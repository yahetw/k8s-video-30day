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2" r:id="rId1"/>
  </p:sldMasterIdLst>
  <p:notesMasterIdLst>
    <p:notesMasterId r:id="rId9"/>
  </p:notesMasterIdLst>
  <p:handoutMasterIdLst>
    <p:handoutMasterId r:id="rId10"/>
  </p:handoutMasterIdLst>
  <p:sldIdLst>
    <p:sldId id="256" r:id="rId2"/>
    <p:sldId id="262" r:id="rId3"/>
    <p:sldId id="399" r:id="rId4"/>
    <p:sldId id="285" r:id="rId5"/>
    <p:sldId id="397" r:id="rId6"/>
    <p:sldId id="398" r:id="rId7"/>
    <p:sldId id="290" r:id="rId8"/>
  </p:sldIdLst>
  <p:sldSz cx="9144000" cy="5143500" type="screen16x9"/>
  <p:notesSz cx="6858000" cy="9144000"/>
  <p:embeddedFontLst>
    <p:embeddedFont>
      <p:font typeface="GenSenRounded JP M" panose="020B0600000000000000" pitchFamily="34" charset="-128"/>
      <p:regular r:id="rId11"/>
    </p:embeddedFont>
    <p:embeddedFont>
      <p:font typeface="Alexandria" panose="02020500000000000000" charset="-78"/>
      <p:regular r:id="rId12"/>
      <p:bold r:id="rId13"/>
    </p:embeddedFont>
    <p:embeddedFont>
      <p:font typeface="Fredoka One" panose="02020500000000000000" charset="0"/>
      <p:regular r:id="rId14"/>
    </p:embeddedFont>
    <p:embeddedFont>
      <p:font typeface="Noto Sans" panose="02020500000000000000" charset="0"/>
      <p:regular r:id="rId15"/>
      <p:bold r:id="rId16"/>
      <p:italic r:id="rId17"/>
      <p:boldItalic r:id="rId18"/>
    </p:embeddedFont>
    <p:embeddedFont>
      <p:font typeface="Noto Sans Medium" panose="02020500000000000000" charset="0"/>
      <p:regular r:id="rId19"/>
      <p:bold r:id="rId20"/>
      <p:italic r:id="rId21"/>
      <p:boldItalic r:id="rId22"/>
    </p:embeddedFont>
    <p:embeddedFont>
      <p:font typeface="Nunito Light" panose="02020500000000000000" charset="0"/>
      <p:regular r:id="rId23"/>
      <p:italic r:id="rId24"/>
    </p:embeddedFont>
    <p:embeddedFont>
      <p:font typeface="源泉圓體 M" panose="020B0600000000000000" pitchFamily="34" charset="-12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71105D-0C86-4DC6-9425-0253DCB177D8}">
  <a:tblStyle styleId="{A171105D-0C86-4DC6-9425-0253DCB177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8C54B86-0139-4D39-BF5B-7464E4CEB54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33" autoAdjust="0"/>
    <p:restoredTop sz="89716" autoAdjust="0"/>
  </p:normalViewPr>
  <p:slideViewPr>
    <p:cSldViewPr snapToGrid="0">
      <p:cViewPr varScale="1">
        <p:scale>
          <a:sx n="134" d="100"/>
          <a:sy n="134" d="100"/>
        </p:scale>
        <p:origin x="1194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7afbb448ffd58d9a" providerId="LiveId" clId="{B6F3C8E6-1FDB-410D-9525-DB4E648C0F48}"/>
    <pc:docChg chg="undo custSel addSld delSld modSld sldOrd delSection">
      <pc:chgData name="" userId="7afbb448ffd58d9a" providerId="LiveId" clId="{B6F3C8E6-1FDB-410D-9525-DB4E648C0F48}" dt="2023-09-03T05:28:31.724" v="666" actId="6549"/>
      <pc:docMkLst>
        <pc:docMk/>
      </pc:docMkLst>
      <pc:sldChg chg="addSp delSp modSp modNotesTx">
        <pc:chgData name="" userId="7afbb448ffd58d9a" providerId="LiveId" clId="{B6F3C8E6-1FDB-410D-9525-DB4E648C0F48}" dt="2023-09-03T05:08:16.331" v="58" actId="20577"/>
        <pc:sldMkLst>
          <pc:docMk/>
          <pc:sldMk cId="0" sldId="256"/>
        </pc:sldMkLst>
        <pc:spChg chg="add del mod">
          <ac:chgData name="" userId="7afbb448ffd58d9a" providerId="LiveId" clId="{B6F3C8E6-1FDB-410D-9525-DB4E648C0F48}" dt="2023-09-03T05:07:59.339" v="57" actId="20577"/>
          <ac:spMkLst>
            <pc:docMk/>
            <pc:sldMk cId="0" sldId="256"/>
            <ac:spMk id="3" creationId="{15B6C14C-EE5D-4A42-9A75-70427572537D}"/>
          </ac:spMkLst>
        </pc:spChg>
        <pc:spChg chg="add del">
          <ac:chgData name="" userId="7afbb448ffd58d9a" providerId="LiveId" clId="{B6F3C8E6-1FDB-410D-9525-DB4E648C0F48}" dt="2023-09-03T05:06:48.100" v="10" actId="478"/>
          <ac:spMkLst>
            <pc:docMk/>
            <pc:sldMk cId="0" sldId="256"/>
            <ac:spMk id="4" creationId="{697264C3-3DC7-4F45-B5E8-5C07F45634B5}"/>
          </ac:spMkLst>
        </pc:spChg>
        <pc:spChg chg="del">
          <ac:chgData name="" userId="7afbb448ffd58d9a" providerId="LiveId" clId="{B6F3C8E6-1FDB-410D-9525-DB4E648C0F48}" dt="2023-09-03T05:06:28.941" v="8" actId="478"/>
          <ac:spMkLst>
            <pc:docMk/>
            <pc:sldMk cId="0" sldId="256"/>
            <ac:spMk id="7" creationId="{0FE718D4-7562-1C42-3A05-342EF57E89AF}"/>
          </ac:spMkLst>
        </pc:spChg>
        <pc:spChg chg="mod">
          <ac:chgData name="" userId="7afbb448ffd58d9a" providerId="LiveId" clId="{B6F3C8E6-1FDB-410D-9525-DB4E648C0F48}" dt="2023-09-03T05:07:20.567" v="15" actId="20577"/>
          <ac:spMkLst>
            <pc:docMk/>
            <pc:sldMk cId="0" sldId="256"/>
            <ac:spMk id="598" creationId="{00000000-0000-0000-0000-000000000000}"/>
          </ac:spMkLst>
        </pc:spChg>
        <pc:spChg chg="del mod">
          <ac:chgData name="" userId="7afbb448ffd58d9a" providerId="LiveId" clId="{B6F3C8E6-1FDB-410D-9525-DB4E648C0F48}" dt="2023-09-03T05:05:49.443" v="2" actId="478"/>
          <ac:spMkLst>
            <pc:docMk/>
            <pc:sldMk cId="0" sldId="256"/>
            <ac:spMk id="601" creationId="{00000000-0000-0000-0000-000000000000}"/>
          </ac:spMkLst>
        </pc:spChg>
        <pc:picChg chg="add mod">
          <ac:chgData name="" userId="7afbb448ffd58d9a" providerId="LiveId" clId="{B6F3C8E6-1FDB-410D-9525-DB4E648C0F48}" dt="2023-09-03T05:07:11.902" v="13" actId="1076"/>
          <ac:picMkLst>
            <pc:docMk/>
            <pc:sldMk cId="0" sldId="256"/>
            <ac:picMk id="6" creationId="{20AB8A8B-D63D-4127-8DBD-D3D673895A5E}"/>
          </ac:picMkLst>
        </pc:picChg>
        <pc:picChg chg="del">
          <ac:chgData name="" userId="7afbb448ffd58d9a" providerId="LiveId" clId="{B6F3C8E6-1FDB-410D-9525-DB4E648C0F48}" dt="2023-09-03T05:05:48.226" v="0" actId="478"/>
          <ac:picMkLst>
            <pc:docMk/>
            <pc:sldMk cId="0" sldId="256"/>
            <ac:picMk id="1026" creationId="{4C4E7F2D-6CAB-47D9-82D9-FE6F22DCDE55}"/>
          </ac:picMkLst>
        </pc:picChg>
      </pc:sldChg>
      <pc:sldChg chg="addSp delSp modSp modNotesTx">
        <pc:chgData name="" userId="7afbb448ffd58d9a" providerId="LiveId" clId="{B6F3C8E6-1FDB-410D-9525-DB4E648C0F48}" dt="2023-09-03T05:27:56.683" v="665" actId="20577"/>
        <pc:sldMkLst>
          <pc:docMk/>
          <pc:sldMk cId="0" sldId="262"/>
        </pc:sldMkLst>
        <pc:spChg chg="add mod">
          <ac:chgData name="" userId="7afbb448ffd58d9a" providerId="LiveId" clId="{B6F3C8E6-1FDB-410D-9525-DB4E648C0F48}" dt="2023-09-03T05:09:20.709" v="77" actId="20577"/>
          <ac:spMkLst>
            <pc:docMk/>
            <pc:sldMk cId="0" sldId="262"/>
            <ac:spMk id="3" creationId="{B58B72E8-47B4-4BBA-A550-D59DBFD439EA}"/>
          </ac:spMkLst>
        </pc:spChg>
        <pc:spChg chg="add mod">
          <ac:chgData name="" userId="7afbb448ffd58d9a" providerId="LiveId" clId="{B6F3C8E6-1FDB-410D-9525-DB4E648C0F48}" dt="2023-09-03T05:27:56.683" v="665" actId="20577"/>
          <ac:spMkLst>
            <pc:docMk/>
            <pc:sldMk cId="0" sldId="262"/>
            <ac:spMk id="5" creationId="{DD8AEF8E-753A-4FBC-8461-29B9A3638CF0}"/>
          </ac:spMkLst>
        </pc:spChg>
        <pc:spChg chg="del">
          <ac:chgData name="" userId="7afbb448ffd58d9a" providerId="LiveId" clId="{B6F3C8E6-1FDB-410D-9525-DB4E648C0F48}" dt="2023-09-03T05:06:13.463" v="5" actId="478"/>
          <ac:spMkLst>
            <pc:docMk/>
            <pc:sldMk cId="0" sldId="262"/>
            <ac:spMk id="653" creationId="{00000000-0000-0000-0000-000000000000}"/>
          </ac:spMkLst>
        </pc:spChg>
        <pc:spChg chg="del">
          <ac:chgData name="" userId="7afbb448ffd58d9a" providerId="LiveId" clId="{B6F3C8E6-1FDB-410D-9525-DB4E648C0F48}" dt="2023-09-03T05:06:13.463" v="5" actId="478"/>
          <ac:spMkLst>
            <pc:docMk/>
            <pc:sldMk cId="0" sldId="262"/>
            <ac:spMk id="654" creationId="{00000000-0000-0000-0000-000000000000}"/>
          </ac:spMkLst>
        </pc:spChg>
        <pc:picChg chg="del">
          <ac:chgData name="" userId="7afbb448ffd58d9a" providerId="LiveId" clId="{B6F3C8E6-1FDB-410D-9525-DB4E648C0F48}" dt="2023-09-03T05:06:13.463" v="5" actId="478"/>
          <ac:picMkLst>
            <pc:docMk/>
            <pc:sldMk cId="0" sldId="262"/>
            <ac:picMk id="655" creationId="{00000000-0000-0000-0000-000000000000}"/>
          </ac:picMkLst>
        </pc:picChg>
      </pc:sldChg>
      <pc:sldChg chg="del">
        <pc:chgData name="" userId="7afbb448ffd58d9a" providerId="LiveId" clId="{B6F3C8E6-1FDB-410D-9525-DB4E648C0F48}" dt="2023-09-03T05:09:47.891" v="101" actId="2696"/>
        <pc:sldMkLst>
          <pc:docMk/>
          <pc:sldMk cId="0" sldId="279"/>
        </pc:sldMkLst>
      </pc:sldChg>
      <pc:sldChg chg="addSp delSp modSp ord modNotesTx">
        <pc:chgData name="" userId="7afbb448ffd58d9a" providerId="LiveId" clId="{B6F3C8E6-1FDB-410D-9525-DB4E648C0F48}" dt="2023-09-03T05:18:51.730" v="225" actId="20577"/>
        <pc:sldMkLst>
          <pc:docMk/>
          <pc:sldMk cId="0" sldId="285"/>
        </pc:sldMkLst>
        <pc:spChg chg="add mod">
          <ac:chgData name="" userId="7afbb448ffd58d9a" providerId="LiveId" clId="{B6F3C8E6-1FDB-410D-9525-DB4E648C0F48}" dt="2023-09-03T05:18:04.526" v="201" actId="404"/>
          <ac:spMkLst>
            <pc:docMk/>
            <pc:sldMk cId="0" sldId="285"/>
            <ac:spMk id="2" creationId="{A016E308-D7AF-41EB-A77E-9AE1145FB380}"/>
          </ac:spMkLst>
        </pc:spChg>
        <pc:spChg chg="mod">
          <ac:chgData name="" userId="7afbb448ffd58d9a" providerId="LiveId" clId="{B6F3C8E6-1FDB-410D-9525-DB4E648C0F48}" dt="2023-09-03T05:18:51.730" v="225" actId="20577"/>
          <ac:spMkLst>
            <pc:docMk/>
            <pc:sldMk cId="0" sldId="285"/>
            <ac:spMk id="1101" creationId="{00000000-0000-0000-0000-000000000000}"/>
          </ac:spMkLst>
        </pc:spChg>
        <pc:grpChg chg="del">
          <ac:chgData name="" userId="7afbb448ffd58d9a" providerId="LiveId" clId="{B6F3C8E6-1FDB-410D-9525-DB4E648C0F48}" dt="2023-09-03T05:10:07.238" v="111" actId="478"/>
          <ac:grpSpMkLst>
            <pc:docMk/>
            <pc:sldMk cId="0" sldId="285"/>
            <ac:grpSpMk id="26" creationId="{782383A3-8DF7-C681-BBA8-94395D73979D}"/>
          </ac:grpSpMkLst>
        </pc:grpChg>
        <pc:picChg chg="del">
          <ac:chgData name="" userId="7afbb448ffd58d9a" providerId="LiveId" clId="{B6F3C8E6-1FDB-410D-9525-DB4E648C0F48}" dt="2023-09-03T05:10:19.743" v="116" actId="478"/>
          <ac:picMkLst>
            <pc:docMk/>
            <pc:sldMk cId="0" sldId="285"/>
            <ac:picMk id="27" creationId="{706631DA-CE08-FAD7-8D0B-DABE98BB1742}"/>
          </ac:picMkLst>
        </pc:picChg>
        <pc:picChg chg="del">
          <ac:chgData name="" userId="7afbb448ffd58d9a" providerId="LiveId" clId="{B6F3C8E6-1FDB-410D-9525-DB4E648C0F48}" dt="2023-09-03T05:10:20.226" v="117" actId="478"/>
          <ac:picMkLst>
            <pc:docMk/>
            <pc:sldMk cId="0" sldId="285"/>
            <ac:picMk id="1030" creationId="{894A9003-89CE-C798-82E1-29176FB3753B}"/>
          </ac:picMkLst>
        </pc:picChg>
      </pc:sldChg>
      <pc:sldChg chg="ord modNotesTx">
        <pc:chgData name="" userId="7afbb448ffd58d9a" providerId="LiveId" clId="{B6F3C8E6-1FDB-410D-9525-DB4E648C0F48}" dt="2023-09-03T05:28:31.724" v="666" actId="6549"/>
        <pc:sldMkLst>
          <pc:docMk/>
          <pc:sldMk cId="0" sldId="290"/>
        </pc:sldMkLst>
      </pc:sldChg>
      <pc:sldChg chg="add del">
        <pc:chgData name="" userId="7afbb448ffd58d9a" providerId="LiveId" clId="{B6F3C8E6-1FDB-410D-9525-DB4E648C0F48}" dt="2023-09-03T05:26:54.849" v="632" actId="2696"/>
        <pc:sldMkLst>
          <pc:docMk/>
          <pc:sldMk cId="554283133" sldId="312"/>
        </pc:sldMkLst>
      </pc:sldChg>
      <pc:sldChg chg="del">
        <pc:chgData name="" userId="7afbb448ffd58d9a" providerId="LiveId" clId="{B6F3C8E6-1FDB-410D-9525-DB4E648C0F48}" dt="2023-09-03T05:09:58.487" v="108" actId="2696"/>
        <pc:sldMkLst>
          <pc:docMk/>
          <pc:sldMk cId="2453733834" sldId="313"/>
        </pc:sldMkLst>
      </pc:sldChg>
      <pc:sldChg chg="del">
        <pc:chgData name="" userId="7afbb448ffd58d9a" providerId="LiveId" clId="{B6F3C8E6-1FDB-410D-9525-DB4E648C0F48}" dt="2023-09-03T05:09:53.551" v="106" actId="2696"/>
        <pc:sldMkLst>
          <pc:docMk/>
          <pc:sldMk cId="779332027" sldId="321"/>
        </pc:sldMkLst>
      </pc:sldChg>
      <pc:sldChg chg="del">
        <pc:chgData name="" userId="7afbb448ffd58d9a" providerId="LiveId" clId="{B6F3C8E6-1FDB-410D-9525-DB4E648C0F48}" dt="2023-09-03T05:09:49.336" v="103" actId="2696"/>
        <pc:sldMkLst>
          <pc:docMk/>
          <pc:sldMk cId="768830657" sldId="380"/>
        </pc:sldMkLst>
      </pc:sldChg>
      <pc:sldChg chg="del">
        <pc:chgData name="" userId="7afbb448ffd58d9a" providerId="LiveId" clId="{B6F3C8E6-1FDB-410D-9525-DB4E648C0F48}" dt="2023-09-03T05:26:54.893" v="635" actId="2696"/>
        <pc:sldMkLst>
          <pc:docMk/>
          <pc:sldMk cId="3509938483" sldId="382"/>
        </pc:sldMkLst>
      </pc:sldChg>
      <pc:sldChg chg="del">
        <pc:chgData name="" userId="7afbb448ffd58d9a" providerId="LiveId" clId="{B6F3C8E6-1FDB-410D-9525-DB4E648C0F48}" dt="2023-09-03T05:09:51.580" v="105" actId="2696"/>
        <pc:sldMkLst>
          <pc:docMk/>
          <pc:sldMk cId="2239236865" sldId="383"/>
        </pc:sldMkLst>
      </pc:sldChg>
      <pc:sldChg chg="del">
        <pc:chgData name="" userId="7afbb448ffd58d9a" providerId="LiveId" clId="{B6F3C8E6-1FDB-410D-9525-DB4E648C0F48}" dt="2023-09-03T05:09:50.901" v="104" actId="2696"/>
        <pc:sldMkLst>
          <pc:docMk/>
          <pc:sldMk cId="3651134102" sldId="386"/>
        </pc:sldMkLst>
      </pc:sldChg>
      <pc:sldChg chg="del">
        <pc:chgData name="" userId="7afbb448ffd58d9a" providerId="LiveId" clId="{B6F3C8E6-1FDB-410D-9525-DB4E648C0F48}" dt="2023-09-03T05:09:47.067" v="99" actId="2696"/>
        <pc:sldMkLst>
          <pc:docMk/>
          <pc:sldMk cId="574187802" sldId="388"/>
        </pc:sldMkLst>
      </pc:sldChg>
      <pc:sldChg chg="del">
        <pc:chgData name="" userId="7afbb448ffd58d9a" providerId="LiveId" clId="{B6F3C8E6-1FDB-410D-9525-DB4E648C0F48}" dt="2023-09-03T05:09:47.062" v="98" actId="2696"/>
        <pc:sldMkLst>
          <pc:docMk/>
          <pc:sldMk cId="3876615543" sldId="390"/>
        </pc:sldMkLst>
      </pc:sldChg>
      <pc:sldChg chg="del">
        <pc:chgData name="" userId="7afbb448ffd58d9a" providerId="LiveId" clId="{B6F3C8E6-1FDB-410D-9525-DB4E648C0F48}" dt="2023-09-03T05:09:47.133" v="100" actId="2696"/>
        <pc:sldMkLst>
          <pc:docMk/>
          <pc:sldMk cId="2707512711" sldId="391"/>
        </pc:sldMkLst>
      </pc:sldChg>
      <pc:sldChg chg="del">
        <pc:chgData name="" userId="7afbb448ffd58d9a" providerId="LiveId" clId="{B6F3C8E6-1FDB-410D-9525-DB4E648C0F48}" dt="2023-09-03T05:26:54.860" v="633" actId="2696"/>
        <pc:sldMkLst>
          <pc:docMk/>
          <pc:sldMk cId="749241436" sldId="392"/>
        </pc:sldMkLst>
      </pc:sldChg>
      <pc:sldChg chg="del">
        <pc:chgData name="" userId="7afbb448ffd58d9a" providerId="LiveId" clId="{B6F3C8E6-1FDB-410D-9525-DB4E648C0F48}" dt="2023-09-03T05:09:54.546" v="107" actId="2696"/>
        <pc:sldMkLst>
          <pc:docMk/>
          <pc:sldMk cId="4278556492" sldId="394"/>
        </pc:sldMkLst>
      </pc:sldChg>
      <pc:sldChg chg="del">
        <pc:chgData name="" userId="7afbb448ffd58d9a" providerId="LiveId" clId="{B6F3C8E6-1FDB-410D-9525-DB4E648C0F48}" dt="2023-09-03T05:26:54.874" v="634" actId="2696"/>
        <pc:sldMkLst>
          <pc:docMk/>
          <pc:sldMk cId="3514730134" sldId="396"/>
        </pc:sldMkLst>
      </pc:sldChg>
      <pc:sldChg chg="addSp modSp add">
        <pc:chgData name="" userId="7afbb448ffd58d9a" providerId="LiveId" clId="{B6F3C8E6-1FDB-410D-9525-DB4E648C0F48}" dt="2023-09-03T05:11:25.987" v="130" actId="1076"/>
        <pc:sldMkLst>
          <pc:docMk/>
          <pc:sldMk cId="3765389582" sldId="397"/>
        </pc:sldMkLst>
        <pc:spChg chg="mod">
          <ac:chgData name="" userId="7afbb448ffd58d9a" providerId="LiveId" clId="{B6F3C8E6-1FDB-410D-9525-DB4E648C0F48}" dt="2023-09-03T05:09:33.413" v="97" actId="20577"/>
          <ac:spMkLst>
            <pc:docMk/>
            <pc:sldMk cId="3765389582" sldId="397"/>
            <ac:spMk id="3" creationId="{4C4D50B1-358F-491E-9FFB-13065D14E2FA}"/>
          </ac:spMkLst>
        </pc:spChg>
        <pc:picChg chg="add mod">
          <ac:chgData name="" userId="7afbb448ffd58d9a" providerId="LiveId" clId="{B6F3C8E6-1FDB-410D-9525-DB4E648C0F48}" dt="2023-09-03T05:11:25.987" v="130" actId="1076"/>
          <ac:picMkLst>
            <pc:docMk/>
            <pc:sldMk cId="3765389582" sldId="397"/>
            <ac:picMk id="4" creationId="{EE129ED4-742D-46F6-B9D9-8F4FB6CDA824}"/>
          </ac:picMkLst>
        </pc:picChg>
      </pc:sldChg>
      <pc:sldChg chg="modSp add del">
        <pc:chgData name="" userId="7afbb448ffd58d9a" providerId="LiveId" clId="{B6F3C8E6-1FDB-410D-9525-DB4E648C0F48}" dt="2023-09-03T05:18:29.494" v="215" actId="2696"/>
        <pc:sldMkLst>
          <pc:docMk/>
          <pc:sldMk cId="1221302358" sldId="398"/>
        </pc:sldMkLst>
        <pc:spChg chg="mod">
          <ac:chgData name="" userId="7afbb448ffd58d9a" providerId="LiveId" clId="{B6F3C8E6-1FDB-410D-9525-DB4E648C0F48}" dt="2023-09-03T05:11:42.935" v="136"/>
          <ac:spMkLst>
            <pc:docMk/>
            <pc:sldMk cId="1221302358" sldId="398"/>
            <ac:spMk id="2" creationId="{179C1E0C-E41E-4C2D-B9FF-BCC1BDFDBCD3}"/>
          </ac:spMkLst>
        </pc:spChg>
      </pc:sldChg>
      <pc:sldChg chg="addSp modSp add">
        <pc:chgData name="" userId="7afbb448ffd58d9a" providerId="LiveId" clId="{B6F3C8E6-1FDB-410D-9525-DB4E648C0F48}" dt="2023-09-03T05:18:33.005" v="218" actId="1076"/>
        <pc:sldMkLst>
          <pc:docMk/>
          <pc:sldMk cId="3920385229" sldId="398"/>
        </pc:sldMkLst>
        <pc:picChg chg="add mod">
          <ac:chgData name="" userId="7afbb448ffd58d9a" providerId="LiveId" clId="{B6F3C8E6-1FDB-410D-9525-DB4E648C0F48}" dt="2023-09-03T05:18:33.005" v="218" actId="1076"/>
          <ac:picMkLst>
            <pc:docMk/>
            <pc:sldMk cId="3920385229" sldId="398"/>
            <ac:picMk id="4" creationId="{8C457D38-4D93-42DD-A56B-9900D5E6CAEB}"/>
          </ac:picMkLst>
        </pc:picChg>
      </pc:sldChg>
      <pc:sldChg chg="addSp modSp add">
        <pc:chgData name="" userId="7afbb448ffd58d9a" providerId="LiveId" clId="{B6F3C8E6-1FDB-410D-9525-DB4E648C0F48}" dt="2023-09-03T05:27:41.304" v="663" actId="404"/>
        <pc:sldMkLst>
          <pc:docMk/>
          <pc:sldMk cId="650783206" sldId="399"/>
        </pc:sldMkLst>
        <pc:spChg chg="mod">
          <ac:chgData name="" userId="7afbb448ffd58d9a" providerId="LiveId" clId="{B6F3C8E6-1FDB-410D-9525-DB4E648C0F48}" dt="2023-09-03T05:26:40.929" v="631" actId="1076"/>
          <ac:spMkLst>
            <pc:docMk/>
            <pc:sldMk cId="650783206" sldId="399"/>
            <ac:spMk id="2" creationId="{570FD233-AA77-4A5B-96A5-03C51467D68E}"/>
          </ac:spMkLst>
        </pc:spChg>
        <pc:spChg chg="mod">
          <ac:chgData name="" userId="7afbb448ffd58d9a" providerId="LiveId" clId="{B6F3C8E6-1FDB-410D-9525-DB4E648C0F48}" dt="2023-09-03T05:21:11.099" v="266" actId="20577"/>
          <ac:spMkLst>
            <pc:docMk/>
            <pc:sldMk cId="650783206" sldId="399"/>
            <ac:spMk id="3" creationId="{CA170EFB-407A-44C9-8AC6-6BC9F1AF3CF1}"/>
          </ac:spMkLst>
        </pc:spChg>
        <pc:spChg chg="add mod">
          <ac:chgData name="" userId="7afbb448ffd58d9a" providerId="LiveId" clId="{B6F3C8E6-1FDB-410D-9525-DB4E648C0F48}" dt="2023-09-03T05:27:41.304" v="663" actId="404"/>
          <ac:spMkLst>
            <pc:docMk/>
            <pc:sldMk cId="650783206" sldId="399"/>
            <ac:spMk id="4" creationId="{D7CB1392-E4C2-41FC-9CE4-6125B415AA6A}"/>
          </ac:spMkLst>
        </pc:spChg>
      </pc:sldChg>
      <pc:sldMasterChg chg="delSldLayout">
        <pc:chgData name="" userId="7afbb448ffd58d9a" providerId="LiveId" clId="{B6F3C8E6-1FDB-410D-9525-DB4E648C0F48}" dt="2023-09-03T05:09:58.488" v="109" actId="2696"/>
        <pc:sldMasterMkLst>
          <pc:docMk/>
          <pc:sldMasterMk cId="0" sldId="2147483682"/>
        </pc:sldMasterMkLst>
        <pc:sldLayoutChg chg="del">
          <pc:chgData name="" userId="7afbb448ffd58d9a" providerId="LiveId" clId="{B6F3C8E6-1FDB-410D-9525-DB4E648C0F48}" dt="2023-09-03T05:09:58.488" v="109" actId="2696"/>
          <pc:sldLayoutMkLst>
            <pc:docMk/>
            <pc:sldMasterMk cId="0" sldId="2147483682"/>
            <pc:sldLayoutMk cId="0" sldId="2147483655"/>
          </pc:sldLayoutMkLst>
        </pc:sldLayoutChg>
        <pc:sldLayoutChg chg="del">
          <pc:chgData name="" userId="7afbb448ffd58d9a" providerId="LiveId" clId="{B6F3C8E6-1FDB-410D-9525-DB4E648C0F48}" dt="2023-09-03T05:09:47.892" v="102" actId="2696"/>
          <pc:sldLayoutMkLst>
            <pc:docMk/>
            <pc:sldMasterMk cId="0" sldId="2147483682"/>
            <pc:sldLayoutMk cId="1506318405" sldId="2147483685"/>
          </pc:sldLayoutMkLst>
        </pc:sldLayoutChg>
      </pc:sldMasterChg>
    </pc:docChg>
  </pc:docChgLst>
  <pc:docChgLst>
    <pc:chgData name="M104020052" userId="52767be9-8509-4d64-ad99-2ea05bababaf" providerId="ADAL" clId="{AEB5B9FA-4207-4AB8-8716-C17F477FAB6C}"/>
    <pc:docChg chg="undo redo custSel addSld delSld modSld sldOrd modMainMaster addSection modSection">
      <pc:chgData name="M104020052" userId="52767be9-8509-4d64-ad99-2ea05bababaf" providerId="ADAL" clId="{AEB5B9FA-4207-4AB8-8716-C17F477FAB6C}" dt="2023-06-19T06:48:57.415" v="6752"/>
      <pc:docMkLst>
        <pc:docMk/>
      </pc:docMkLst>
      <pc:sldChg chg="modNotesTx">
        <pc:chgData name="M104020052" userId="52767be9-8509-4d64-ad99-2ea05bababaf" providerId="ADAL" clId="{AEB5B9FA-4207-4AB8-8716-C17F477FAB6C}" dt="2023-06-19T01:27:06.610" v="1689" actId="20577"/>
        <pc:sldMkLst>
          <pc:docMk/>
          <pc:sldMk cId="0" sldId="256"/>
        </pc:sldMkLst>
      </pc:sldChg>
      <pc:sldChg chg="modSp mod modNotesTx">
        <pc:chgData name="M104020052" userId="52767be9-8509-4d64-ad99-2ea05bababaf" providerId="ADAL" clId="{AEB5B9FA-4207-4AB8-8716-C17F477FAB6C}" dt="2023-06-19T05:01:04.428" v="6684" actId="20577"/>
        <pc:sldMkLst>
          <pc:docMk/>
          <pc:sldMk cId="0" sldId="262"/>
        </pc:sldMkLst>
        <pc:spChg chg="mod">
          <ac:chgData name="M104020052" userId="52767be9-8509-4d64-ad99-2ea05bababaf" providerId="ADAL" clId="{AEB5B9FA-4207-4AB8-8716-C17F477FAB6C}" dt="2023-06-18T08:31:38.463" v="638" actId="20577"/>
          <ac:spMkLst>
            <pc:docMk/>
            <pc:sldMk cId="0" sldId="262"/>
            <ac:spMk id="654" creationId="{00000000-0000-0000-0000-000000000000}"/>
          </ac:spMkLst>
        </pc:spChg>
      </pc:sldChg>
      <pc:sldChg chg="modNotesTx">
        <pc:chgData name="M104020052" userId="52767be9-8509-4d64-ad99-2ea05bababaf" providerId="ADAL" clId="{AEB5B9FA-4207-4AB8-8716-C17F477FAB6C}" dt="2023-06-19T05:20:08.001" v="6714" actId="20577"/>
        <pc:sldMkLst>
          <pc:docMk/>
          <pc:sldMk cId="0" sldId="285"/>
        </pc:sldMkLst>
      </pc:sldChg>
      <pc:sldChg chg="modNotesTx">
        <pc:chgData name="M104020052" userId="52767be9-8509-4d64-ad99-2ea05bababaf" providerId="ADAL" clId="{AEB5B9FA-4207-4AB8-8716-C17F477FAB6C}" dt="2023-06-19T06:48:57.415" v="6752"/>
        <pc:sldMkLst>
          <pc:docMk/>
          <pc:sldMk cId="0" sldId="290"/>
        </pc:sldMkLst>
      </pc:sldChg>
      <pc:sldChg chg="addSp delSp modSp mod ord modNotesTx">
        <pc:chgData name="M104020052" userId="52767be9-8509-4d64-ad99-2ea05bababaf" providerId="ADAL" clId="{AEB5B9FA-4207-4AB8-8716-C17F477FAB6C}" dt="2023-06-19T04:56:09.904" v="6616" actId="6549"/>
        <pc:sldMkLst>
          <pc:docMk/>
          <pc:sldMk cId="554283133" sldId="312"/>
        </pc:sldMkLst>
        <pc:graphicFrameChg chg="add del mod">
          <ac:chgData name="M104020052" userId="52767be9-8509-4d64-ad99-2ea05bababaf" providerId="ADAL" clId="{AEB5B9FA-4207-4AB8-8716-C17F477FAB6C}" dt="2023-06-19T03:22:02.809" v="6529" actId="478"/>
          <ac:graphicFrameMkLst>
            <pc:docMk/>
            <pc:sldMk cId="554283133" sldId="312"/>
            <ac:graphicFrameMk id="3" creationId="{14B51626-2CFF-9B51-D1B9-B9552CCC8471}"/>
          </ac:graphicFrameMkLst>
        </pc:graphicFrameChg>
        <pc:graphicFrameChg chg="add del mod">
          <ac:chgData name="M104020052" userId="52767be9-8509-4d64-ad99-2ea05bababaf" providerId="ADAL" clId="{AEB5B9FA-4207-4AB8-8716-C17F477FAB6C}" dt="2023-06-19T03:22:05.093" v="6533" actId="478"/>
          <ac:graphicFrameMkLst>
            <pc:docMk/>
            <pc:sldMk cId="554283133" sldId="312"/>
            <ac:graphicFrameMk id="4" creationId="{90F86FAC-06EE-DFF8-AFB3-E0E9368D6B60}"/>
          </ac:graphicFrameMkLst>
        </pc:graphicFrameChg>
        <pc:graphicFrameChg chg="add del mod">
          <ac:chgData name="M104020052" userId="52767be9-8509-4d64-ad99-2ea05bababaf" providerId="ADAL" clId="{AEB5B9FA-4207-4AB8-8716-C17F477FAB6C}" dt="2023-06-19T03:16:47.239" v="6477" actId="478"/>
          <ac:graphicFrameMkLst>
            <pc:docMk/>
            <pc:sldMk cId="554283133" sldId="312"/>
            <ac:graphicFrameMk id="5" creationId="{1BEA96AD-DA51-CB8A-78C2-07286E40B1EE}"/>
          </ac:graphicFrameMkLst>
        </pc:graphicFrameChg>
        <pc:graphicFrameChg chg="add del mod">
          <ac:chgData name="M104020052" userId="52767be9-8509-4d64-ad99-2ea05bababaf" providerId="ADAL" clId="{AEB5B9FA-4207-4AB8-8716-C17F477FAB6C}" dt="2023-06-19T03:22:00.372" v="6525" actId="478"/>
          <ac:graphicFrameMkLst>
            <pc:docMk/>
            <pc:sldMk cId="554283133" sldId="312"/>
            <ac:graphicFrameMk id="6" creationId="{3A055993-9007-DB2C-BC74-B207E9C1C7B3}"/>
          </ac:graphicFrameMkLst>
        </pc:graphicFrameChg>
        <pc:graphicFrameChg chg="add del mod">
          <ac:chgData name="M104020052" userId="52767be9-8509-4d64-ad99-2ea05bababaf" providerId="ADAL" clId="{AEB5B9FA-4207-4AB8-8716-C17F477FAB6C}" dt="2023-06-19T03:21:04.289" v="6516" actId="478"/>
          <ac:graphicFrameMkLst>
            <pc:docMk/>
            <pc:sldMk cId="554283133" sldId="312"/>
            <ac:graphicFrameMk id="7" creationId="{77B18E7F-5057-F12D-A396-E99387B2E764}"/>
          </ac:graphicFrameMkLst>
        </pc:graphicFrameChg>
        <pc:graphicFrameChg chg="mod modGraphic">
          <ac:chgData name="M104020052" userId="52767be9-8509-4d64-ad99-2ea05bababaf" providerId="ADAL" clId="{AEB5B9FA-4207-4AB8-8716-C17F477FAB6C}" dt="2023-06-19T03:27:21.764" v="6586" actId="12"/>
          <ac:graphicFrameMkLst>
            <pc:docMk/>
            <pc:sldMk cId="554283133" sldId="312"/>
            <ac:graphicFrameMk id="8" creationId="{55FE1BBD-53F5-B87D-9C8B-9C88BDBDE428}"/>
          </ac:graphicFrameMkLst>
        </pc:graphicFrameChg>
        <pc:graphicFrameChg chg="mod modGraphic">
          <ac:chgData name="M104020052" userId="52767be9-8509-4d64-ad99-2ea05bababaf" providerId="ADAL" clId="{AEB5B9FA-4207-4AB8-8716-C17F477FAB6C}" dt="2023-06-19T03:27:11.892" v="6585" actId="12"/>
          <ac:graphicFrameMkLst>
            <pc:docMk/>
            <pc:sldMk cId="554283133" sldId="312"/>
            <ac:graphicFrameMk id="9" creationId="{E75ED61B-E8F5-4CAF-D149-EC2999A907A3}"/>
          </ac:graphicFrameMkLst>
        </pc:graphicFrameChg>
        <pc:graphicFrameChg chg="add del mod">
          <ac:chgData name="M104020052" userId="52767be9-8509-4d64-ad99-2ea05bababaf" providerId="ADAL" clId="{AEB5B9FA-4207-4AB8-8716-C17F477FAB6C}" dt="2023-06-19T03:22:01.568" v="6527" actId="478"/>
          <ac:graphicFrameMkLst>
            <pc:docMk/>
            <pc:sldMk cId="554283133" sldId="312"/>
            <ac:graphicFrameMk id="11" creationId="{BDD46605-6C57-90B0-F9C2-9E92CA90953C}"/>
          </ac:graphicFrameMkLst>
        </pc:graphicFrameChg>
        <pc:graphicFrameChg chg="add del mod">
          <ac:chgData name="M104020052" userId="52767be9-8509-4d64-ad99-2ea05bababaf" providerId="ADAL" clId="{AEB5B9FA-4207-4AB8-8716-C17F477FAB6C}" dt="2023-06-19T03:22:02.106" v="6528" actId="478"/>
          <ac:graphicFrameMkLst>
            <pc:docMk/>
            <pc:sldMk cId="554283133" sldId="312"/>
            <ac:graphicFrameMk id="12" creationId="{F622DEC1-ACA1-C423-70B9-3948C5059FF1}"/>
          </ac:graphicFrameMkLst>
        </pc:graphicFrameChg>
        <pc:graphicFrameChg chg="add del mod">
          <ac:chgData name="M104020052" userId="52767be9-8509-4d64-ad99-2ea05bababaf" providerId="ADAL" clId="{AEB5B9FA-4207-4AB8-8716-C17F477FAB6C}" dt="2023-06-19T03:22:04.601" v="6532" actId="478"/>
          <ac:graphicFrameMkLst>
            <pc:docMk/>
            <pc:sldMk cId="554283133" sldId="312"/>
            <ac:graphicFrameMk id="13" creationId="{F5C8F461-1A13-3D07-4A9C-BC2471CA2B89}"/>
          </ac:graphicFrameMkLst>
        </pc:graphicFrameChg>
        <pc:graphicFrameChg chg="add del mod">
          <ac:chgData name="M104020052" userId="52767be9-8509-4d64-ad99-2ea05bababaf" providerId="ADAL" clId="{AEB5B9FA-4207-4AB8-8716-C17F477FAB6C}" dt="2023-06-19T03:22:04.032" v="6531" actId="478"/>
          <ac:graphicFrameMkLst>
            <pc:docMk/>
            <pc:sldMk cId="554283133" sldId="312"/>
            <ac:graphicFrameMk id="14" creationId="{4DA83312-02E8-2928-C36A-C9A6643B437B}"/>
          </ac:graphicFrameMkLst>
        </pc:graphicFrameChg>
        <pc:graphicFrameChg chg="add del mod">
          <ac:chgData name="M104020052" userId="52767be9-8509-4d64-ad99-2ea05bababaf" providerId="ADAL" clId="{AEB5B9FA-4207-4AB8-8716-C17F477FAB6C}" dt="2023-06-19T03:21:59.440" v="6523" actId="478"/>
          <ac:graphicFrameMkLst>
            <pc:docMk/>
            <pc:sldMk cId="554283133" sldId="312"/>
            <ac:graphicFrameMk id="15" creationId="{92FC2359-1673-1B61-89EC-41FB01B38453}"/>
          </ac:graphicFrameMkLst>
        </pc:graphicFrameChg>
        <pc:graphicFrameChg chg="add del mod">
          <ac:chgData name="M104020052" userId="52767be9-8509-4d64-ad99-2ea05bababaf" providerId="ADAL" clId="{AEB5B9FA-4207-4AB8-8716-C17F477FAB6C}" dt="2023-06-19T03:22:00.960" v="6526" actId="478"/>
          <ac:graphicFrameMkLst>
            <pc:docMk/>
            <pc:sldMk cId="554283133" sldId="312"/>
            <ac:graphicFrameMk id="16" creationId="{B8F939F7-A304-0B63-F8F1-8750CD8D71B8}"/>
          </ac:graphicFrameMkLst>
        </pc:graphicFrameChg>
        <pc:picChg chg="add del mod">
          <ac:chgData name="M104020052" userId="52767be9-8509-4d64-ad99-2ea05bababaf" providerId="ADAL" clId="{AEB5B9FA-4207-4AB8-8716-C17F477FAB6C}" dt="2023-06-19T03:22:03.547" v="6530" actId="478"/>
          <ac:picMkLst>
            <pc:docMk/>
            <pc:sldMk cId="554283133" sldId="312"/>
            <ac:picMk id="1026" creationId="{F3E0C1A1-44ED-EC84-538D-D6161D5550A7}"/>
          </ac:picMkLst>
        </pc:picChg>
      </pc:sldChg>
      <pc:sldChg chg="addSp modSp new mod">
        <pc:chgData name="M104020052" userId="52767be9-8509-4d64-ad99-2ea05bababaf" providerId="ADAL" clId="{AEB5B9FA-4207-4AB8-8716-C17F477FAB6C}" dt="2023-06-18T08:55:37.720" v="1264" actId="20577"/>
        <pc:sldMkLst>
          <pc:docMk/>
          <pc:sldMk cId="3509938483" sldId="382"/>
        </pc:sldMkLst>
        <pc:spChg chg="mod">
          <ac:chgData name="M104020052" userId="52767be9-8509-4d64-ad99-2ea05bababaf" providerId="ADAL" clId="{AEB5B9FA-4207-4AB8-8716-C17F477FAB6C}" dt="2023-06-18T08:55:37.720" v="1264" actId="20577"/>
          <ac:spMkLst>
            <pc:docMk/>
            <pc:sldMk cId="3509938483" sldId="382"/>
            <ac:spMk id="2" creationId="{2F8C6E6D-EEBA-0A13-790E-FC224557FC9F}"/>
          </ac:spMkLst>
        </pc:spChg>
        <pc:spChg chg="mod">
          <ac:chgData name="M104020052" userId="52767be9-8509-4d64-ad99-2ea05bababaf" providerId="ADAL" clId="{AEB5B9FA-4207-4AB8-8716-C17F477FAB6C}" dt="2023-06-18T08:55:19.248" v="1251"/>
          <ac:spMkLst>
            <pc:docMk/>
            <pc:sldMk cId="3509938483" sldId="382"/>
            <ac:spMk id="3" creationId="{B2C1FEDB-CEE9-9559-594D-9ED8A017C611}"/>
          </ac:spMkLst>
        </pc:spChg>
        <pc:picChg chg="add mod ord">
          <ac:chgData name="M104020052" userId="52767be9-8509-4d64-ad99-2ea05bababaf" providerId="ADAL" clId="{AEB5B9FA-4207-4AB8-8716-C17F477FAB6C}" dt="2023-06-18T08:55:29.418" v="1256" actId="167"/>
          <ac:picMkLst>
            <pc:docMk/>
            <pc:sldMk cId="3509938483" sldId="382"/>
            <ac:picMk id="4" creationId="{9E615E27-FAC2-18C7-BECB-D5880F5F338E}"/>
          </ac:picMkLst>
        </pc:picChg>
        <pc:picChg chg="add mod ord">
          <ac:chgData name="M104020052" userId="52767be9-8509-4d64-ad99-2ea05bababaf" providerId="ADAL" clId="{AEB5B9FA-4207-4AB8-8716-C17F477FAB6C}" dt="2023-06-18T08:55:29.418" v="1256" actId="167"/>
          <ac:picMkLst>
            <pc:docMk/>
            <pc:sldMk cId="3509938483" sldId="382"/>
            <ac:picMk id="5" creationId="{741EF9D6-8582-FB8F-B9FD-20F75B49DCC3}"/>
          </ac:picMkLst>
        </pc:picChg>
      </pc:sldChg>
      <pc:sldChg chg="addSp delSp modSp add mod ord">
        <pc:chgData name="M104020052" userId="52767be9-8509-4d64-ad99-2ea05bababaf" providerId="ADAL" clId="{AEB5B9FA-4207-4AB8-8716-C17F477FAB6C}" dt="2023-06-18T09:29:50.062" v="1632" actId="1076"/>
        <pc:sldMkLst>
          <pc:docMk/>
          <pc:sldMk cId="749241436" sldId="392"/>
        </pc:sldMkLst>
        <pc:spChg chg="mod">
          <ac:chgData name="M104020052" userId="52767be9-8509-4d64-ad99-2ea05bababaf" providerId="ADAL" clId="{AEB5B9FA-4207-4AB8-8716-C17F477FAB6C}" dt="2023-06-18T09:29:50.062" v="1632" actId="1076"/>
          <ac:spMkLst>
            <pc:docMk/>
            <pc:sldMk cId="749241436" sldId="392"/>
            <ac:spMk id="2" creationId="{2F8C6E6D-EEBA-0A13-790E-FC224557FC9F}"/>
          </ac:spMkLst>
        </pc:spChg>
        <pc:spChg chg="mod">
          <ac:chgData name="M104020052" userId="52767be9-8509-4d64-ad99-2ea05bababaf" providerId="ADAL" clId="{AEB5B9FA-4207-4AB8-8716-C17F477FAB6C}" dt="2023-06-18T09:08:37.896" v="1544" actId="14100"/>
          <ac:spMkLst>
            <pc:docMk/>
            <pc:sldMk cId="749241436" sldId="392"/>
            <ac:spMk id="3" creationId="{B2C1FEDB-CEE9-9559-594D-9ED8A017C611}"/>
          </ac:spMkLst>
        </pc:spChg>
        <pc:picChg chg="del">
          <ac:chgData name="M104020052" userId="52767be9-8509-4d64-ad99-2ea05bababaf" providerId="ADAL" clId="{AEB5B9FA-4207-4AB8-8716-C17F477FAB6C}" dt="2023-06-18T09:08:03.377" v="1521" actId="478"/>
          <ac:picMkLst>
            <pc:docMk/>
            <pc:sldMk cId="749241436" sldId="392"/>
            <ac:picMk id="4" creationId="{9E615E27-FAC2-18C7-BECB-D5880F5F338E}"/>
          </ac:picMkLst>
        </pc:picChg>
        <pc:picChg chg="del">
          <ac:chgData name="M104020052" userId="52767be9-8509-4d64-ad99-2ea05bababaf" providerId="ADAL" clId="{AEB5B9FA-4207-4AB8-8716-C17F477FAB6C}" dt="2023-06-18T09:08:02.782" v="1520" actId="478"/>
          <ac:picMkLst>
            <pc:docMk/>
            <pc:sldMk cId="749241436" sldId="392"/>
            <ac:picMk id="5" creationId="{741EF9D6-8582-FB8F-B9FD-20F75B49DCC3}"/>
          </ac:picMkLst>
        </pc:picChg>
        <pc:picChg chg="add mod">
          <ac:chgData name="M104020052" userId="52767be9-8509-4d64-ad99-2ea05bababaf" providerId="ADAL" clId="{AEB5B9FA-4207-4AB8-8716-C17F477FAB6C}" dt="2023-06-18T09:29:42.487" v="1631" actId="1076"/>
          <ac:picMkLst>
            <pc:docMk/>
            <pc:sldMk cId="749241436" sldId="392"/>
            <ac:picMk id="6" creationId="{70B7430F-EC05-E5F5-CF6D-96DDEB052A7F}"/>
          </ac:picMkLst>
        </pc:picChg>
        <pc:picChg chg="add mod">
          <ac:chgData name="M104020052" userId="52767be9-8509-4d64-ad99-2ea05bababaf" providerId="ADAL" clId="{AEB5B9FA-4207-4AB8-8716-C17F477FAB6C}" dt="2023-06-18T09:29:08.941" v="1625" actId="1076"/>
          <ac:picMkLst>
            <pc:docMk/>
            <pc:sldMk cId="749241436" sldId="392"/>
            <ac:picMk id="7" creationId="{B00A60FF-1049-5BE6-8A45-E3DABA70DBBD}"/>
          </ac:picMkLst>
        </pc:picChg>
      </pc:sldChg>
      <pc:sldChg chg="addSp delSp modSp add mod ord modClrScheme chgLayout">
        <pc:chgData name="M104020052" userId="52767be9-8509-4d64-ad99-2ea05bababaf" providerId="ADAL" clId="{AEB5B9FA-4207-4AB8-8716-C17F477FAB6C}" dt="2023-06-18T13:16:53.833" v="1636"/>
        <pc:sldMkLst>
          <pc:docMk/>
          <pc:sldMk cId="3514730134" sldId="396"/>
        </pc:sldMkLst>
        <pc:spChg chg="add del mod ord">
          <ac:chgData name="M104020052" userId="52767be9-8509-4d64-ad99-2ea05bababaf" providerId="ADAL" clId="{AEB5B9FA-4207-4AB8-8716-C17F477FAB6C}" dt="2023-06-18T09:10:48.212" v="1585" actId="478"/>
          <ac:spMkLst>
            <pc:docMk/>
            <pc:sldMk cId="3514730134" sldId="396"/>
            <ac:spMk id="6" creationId="{4F7E5AB1-BBB6-49D7-BB36-03717469094C}"/>
          </ac:spMkLst>
        </pc:spChg>
        <pc:spChg chg="add del mod">
          <ac:chgData name="M104020052" userId="52767be9-8509-4d64-ad99-2ea05bababaf" providerId="ADAL" clId="{AEB5B9FA-4207-4AB8-8716-C17F477FAB6C}" dt="2023-06-18T09:11:34.417" v="1595" actId="22"/>
          <ac:spMkLst>
            <pc:docMk/>
            <pc:sldMk cId="3514730134" sldId="396"/>
            <ac:spMk id="8" creationId="{4ED5C4FA-237B-789B-085E-BA7DA6E233A8}"/>
          </ac:spMkLst>
        </pc:spChg>
        <pc:spChg chg="add del">
          <ac:chgData name="M104020052" userId="52767be9-8509-4d64-ad99-2ea05bababaf" providerId="ADAL" clId="{AEB5B9FA-4207-4AB8-8716-C17F477FAB6C}" dt="2023-06-18T09:11:35.651" v="1597" actId="22"/>
          <ac:spMkLst>
            <pc:docMk/>
            <pc:sldMk cId="3514730134" sldId="396"/>
            <ac:spMk id="11" creationId="{A20DC34A-B493-9C79-54C0-6285C87FB101}"/>
          </ac:spMkLst>
        </pc:spChg>
        <pc:spChg chg="add del mod">
          <ac:chgData name="M104020052" userId="52767be9-8509-4d64-ad99-2ea05bababaf" providerId="ADAL" clId="{AEB5B9FA-4207-4AB8-8716-C17F477FAB6C}" dt="2023-06-18T09:12:24.552" v="1612" actId="1076"/>
          <ac:spMkLst>
            <pc:docMk/>
            <pc:sldMk cId="3514730134" sldId="396"/>
            <ac:spMk id="12" creationId="{AE5B3D8A-FA17-867F-C335-4CA887B744F9}"/>
          </ac:spMkLst>
        </pc:spChg>
        <pc:spChg chg="add del mod">
          <ac:chgData name="M104020052" userId="52767be9-8509-4d64-ad99-2ea05bababaf" providerId="ADAL" clId="{AEB5B9FA-4207-4AB8-8716-C17F477FAB6C}" dt="2023-06-18T09:12:14.662" v="1610" actId="478"/>
          <ac:spMkLst>
            <pc:docMk/>
            <pc:sldMk cId="3514730134" sldId="396"/>
            <ac:spMk id="14" creationId="{FE19FAE1-EF52-EFA4-FB12-EB5D41EFAD00}"/>
          </ac:spMkLst>
        </pc:spChg>
        <pc:spChg chg="mod">
          <ac:chgData name="M104020052" userId="52767be9-8509-4d64-ad99-2ea05bababaf" providerId="ADAL" clId="{AEB5B9FA-4207-4AB8-8716-C17F477FAB6C}" dt="2023-06-18T09:12:28.799" v="1614" actId="571"/>
          <ac:spMkLst>
            <pc:docMk/>
            <pc:sldMk cId="3514730134" sldId="396"/>
            <ac:spMk id="16" creationId="{404B3E52-F0BE-0E2C-7F1C-BA5F73C27F49}"/>
          </ac:spMkLst>
        </pc:spChg>
        <pc:spChg chg="mod">
          <ac:chgData name="M104020052" userId="52767be9-8509-4d64-ad99-2ea05bababaf" providerId="ADAL" clId="{AEB5B9FA-4207-4AB8-8716-C17F477FAB6C}" dt="2023-06-18T09:12:28.799" v="1614" actId="571"/>
          <ac:spMkLst>
            <pc:docMk/>
            <pc:sldMk cId="3514730134" sldId="396"/>
            <ac:spMk id="17" creationId="{B54F8B69-F0C4-CAB9-179D-EE4D2AB5F294}"/>
          </ac:spMkLst>
        </pc:spChg>
        <pc:spChg chg="mod">
          <ac:chgData name="M104020052" userId="52767be9-8509-4d64-ad99-2ea05bababaf" providerId="ADAL" clId="{AEB5B9FA-4207-4AB8-8716-C17F477FAB6C}" dt="2023-06-18T09:12:28.799" v="1614" actId="571"/>
          <ac:spMkLst>
            <pc:docMk/>
            <pc:sldMk cId="3514730134" sldId="396"/>
            <ac:spMk id="19" creationId="{DA232124-1828-C666-4313-17176FB58442}"/>
          </ac:spMkLst>
        </pc:spChg>
        <pc:spChg chg="mod">
          <ac:chgData name="M104020052" userId="52767be9-8509-4d64-ad99-2ea05bababaf" providerId="ADAL" clId="{AEB5B9FA-4207-4AB8-8716-C17F477FAB6C}" dt="2023-06-18T09:12:28.799" v="1614" actId="571"/>
          <ac:spMkLst>
            <pc:docMk/>
            <pc:sldMk cId="3514730134" sldId="396"/>
            <ac:spMk id="20" creationId="{32DE2234-9357-E906-7739-9A1F43920789}"/>
          </ac:spMkLst>
        </pc:spChg>
        <pc:spChg chg="del mod ord">
          <ac:chgData name="M104020052" userId="52767be9-8509-4d64-ad99-2ea05bababaf" providerId="ADAL" clId="{AEB5B9FA-4207-4AB8-8716-C17F477FAB6C}" dt="2023-06-18T09:12:13.111" v="1609" actId="478"/>
          <ac:spMkLst>
            <pc:docMk/>
            <pc:sldMk cId="3514730134" sldId="396"/>
            <ac:spMk id="786" creationId="{00000000-0000-0000-0000-000000000000}"/>
          </ac:spMkLst>
        </pc:spChg>
        <pc:spChg chg="del mod ord">
          <ac:chgData name="M104020052" userId="52767be9-8509-4d64-ad99-2ea05bababaf" providerId="ADAL" clId="{AEB5B9FA-4207-4AB8-8716-C17F477FAB6C}" dt="2023-06-18T09:12:37.442" v="1618" actId="478"/>
          <ac:spMkLst>
            <pc:docMk/>
            <pc:sldMk cId="3514730134" sldId="396"/>
            <ac:spMk id="790" creationId="{00000000-0000-0000-0000-000000000000}"/>
          </ac:spMkLst>
        </pc:spChg>
        <pc:grpChg chg="mod">
          <ac:chgData name="M104020052" userId="52767be9-8509-4d64-ad99-2ea05bababaf" providerId="ADAL" clId="{AEB5B9FA-4207-4AB8-8716-C17F477FAB6C}" dt="2023-06-18T09:12:33.904" v="1617" actId="1076"/>
          <ac:grpSpMkLst>
            <pc:docMk/>
            <pc:sldMk cId="3514730134" sldId="396"/>
            <ac:grpSpMk id="2" creationId="{015445CA-BBEA-BC8A-3E15-118997070E09}"/>
          </ac:grpSpMkLst>
        </pc:grpChg>
        <pc:grpChg chg="add mod">
          <ac:chgData name="M104020052" userId="52767be9-8509-4d64-ad99-2ea05bababaf" providerId="ADAL" clId="{AEB5B9FA-4207-4AB8-8716-C17F477FAB6C}" dt="2023-06-18T09:12:28.799" v="1614" actId="571"/>
          <ac:grpSpMkLst>
            <pc:docMk/>
            <pc:sldMk cId="3514730134" sldId="396"/>
            <ac:grpSpMk id="15" creationId="{8E14380C-6B28-84A1-3666-771C86C6FF73}"/>
          </ac:grpSpMkLst>
        </pc:grpChg>
        <pc:grpChg chg="add mod">
          <ac:chgData name="M104020052" userId="52767be9-8509-4d64-ad99-2ea05bababaf" providerId="ADAL" clId="{AEB5B9FA-4207-4AB8-8716-C17F477FAB6C}" dt="2023-06-18T09:12:28.799" v="1614" actId="571"/>
          <ac:grpSpMkLst>
            <pc:docMk/>
            <pc:sldMk cId="3514730134" sldId="396"/>
            <ac:grpSpMk id="18" creationId="{F6C643CC-5171-D134-6DDA-7A75074930BA}"/>
          </ac:grpSpMkLst>
        </pc:grpChg>
        <pc:grpChg chg="mod">
          <ac:chgData name="M104020052" userId="52767be9-8509-4d64-ad99-2ea05bababaf" providerId="ADAL" clId="{AEB5B9FA-4207-4AB8-8716-C17F477FAB6C}" dt="2023-06-18T09:12:33.904" v="1617" actId="1076"/>
          <ac:grpSpMkLst>
            <pc:docMk/>
            <pc:sldMk cId="3514730134" sldId="396"/>
            <ac:grpSpMk id="787" creationId="{00000000-0000-0000-0000-000000000000}"/>
          </ac:grpSpMkLst>
        </pc:grpChg>
        <pc:picChg chg="mod">
          <ac:chgData name="M104020052" userId="52767be9-8509-4d64-ad99-2ea05bababaf" providerId="ADAL" clId="{AEB5B9FA-4207-4AB8-8716-C17F477FAB6C}" dt="2023-06-18T09:12:33.904" v="1617" actId="1076"/>
          <ac:picMkLst>
            <pc:docMk/>
            <pc:sldMk cId="3514730134" sldId="396"/>
            <ac:picMk id="5" creationId="{D9F66B8A-FDE1-BCB6-B8F1-7BC0A671B0E2}"/>
          </ac:picMkLst>
        </pc:picChg>
        <pc:picChg chg="del">
          <ac:chgData name="M104020052" userId="52767be9-8509-4d64-ad99-2ea05bababaf" providerId="ADAL" clId="{AEB5B9FA-4207-4AB8-8716-C17F477FAB6C}" dt="2023-06-18T09:10:58.911" v="1586" actId="478"/>
          <ac:picMkLst>
            <pc:docMk/>
            <pc:sldMk cId="3514730134" sldId="396"/>
            <ac:picMk id="9" creationId="{0318063A-6D36-3A1D-7041-FB3036029DBC}"/>
          </ac:picMkLst>
        </pc:picChg>
        <pc:picChg chg="mod">
          <ac:chgData name="M104020052" userId="52767be9-8509-4d64-ad99-2ea05bababaf" providerId="ADAL" clId="{AEB5B9FA-4207-4AB8-8716-C17F477FAB6C}" dt="2023-06-18T09:12:33.904" v="1617" actId="1076"/>
          <ac:picMkLst>
            <pc:docMk/>
            <pc:sldMk cId="3514730134" sldId="396"/>
            <ac:picMk id="793" creationId="{00000000-0000-0000-0000-000000000000}"/>
          </ac:picMkLst>
        </pc:picChg>
        <pc:picChg chg="add mod">
          <ac:chgData name="M104020052" userId="52767be9-8509-4d64-ad99-2ea05bababaf" providerId="ADAL" clId="{AEB5B9FA-4207-4AB8-8716-C17F477FAB6C}" dt="2023-06-18T13:16:53.833" v="1636"/>
          <ac:picMkLst>
            <pc:docMk/>
            <pc:sldMk cId="3514730134" sldId="396"/>
            <ac:picMk id="1026" creationId="{F720D913-90CD-0ED1-2EA1-CC1828B403F7}"/>
          </ac:picMkLst>
        </pc:picChg>
        <pc:cxnChg chg="add del mod">
          <ac:chgData name="M104020052" userId="52767be9-8509-4d64-ad99-2ea05bababaf" providerId="ADAL" clId="{AEB5B9FA-4207-4AB8-8716-C17F477FAB6C}" dt="2023-06-18T09:12:24.552" v="1612" actId="1076"/>
          <ac:cxnSpMkLst>
            <pc:docMk/>
            <pc:sldMk cId="3514730134" sldId="396"/>
            <ac:cxnSpMk id="792" creationId="{00000000-0000-0000-0000-000000000000}"/>
          </ac:cxnSpMkLst>
        </pc:cxnChg>
      </pc:sldChg>
      <pc:sldMasterChg chg="addSldLayout delSldLayout modSldLayout">
        <pc:chgData name="M104020052" userId="52767be9-8509-4d64-ad99-2ea05bababaf" providerId="ADAL" clId="{AEB5B9FA-4207-4AB8-8716-C17F477FAB6C}" dt="2023-06-19T03:03:29.844" v="6376"/>
        <pc:sldMasterMkLst>
          <pc:docMk/>
          <pc:sldMasterMk cId="0" sldId="2147483682"/>
        </pc:sldMasterMkLst>
        <pc:sldLayoutChg chg="addSp modSp">
          <pc:chgData name="M104020052" userId="52767be9-8509-4d64-ad99-2ea05bababaf" providerId="ADAL" clId="{AEB5B9FA-4207-4AB8-8716-C17F477FAB6C}" dt="2023-06-18T08:10:05.631" v="23"/>
          <pc:sldLayoutMkLst>
            <pc:docMk/>
            <pc:sldMasterMk cId="0" sldId="2147483682"/>
            <pc:sldLayoutMk cId="0" sldId="2147483650"/>
          </pc:sldLayoutMkLst>
          <pc:spChg chg="add mod">
            <ac:chgData name="M104020052" userId="52767be9-8509-4d64-ad99-2ea05bababaf" providerId="ADAL" clId="{AEB5B9FA-4207-4AB8-8716-C17F477FAB6C}" dt="2023-06-18T08:10:05.631" v="23"/>
            <ac:spMkLst>
              <pc:docMk/>
              <pc:sldMasterMk cId="0" sldId="2147483682"/>
              <pc:sldLayoutMk cId="0" sldId="2147483650"/>
              <ac:spMk id="3" creationId="{B7F0DB73-2015-4F6B-312F-87ADDE46CFAA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DF606C2F-0C63-4757-BC9B-620AC241C5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4228435-F25F-41EA-BB53-77B35E8150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33F929-39C0-497E-B581-4FB09FFE45EE}" type="datetimeFigureOut">
              <a:rPr lang="zh-TW" altLang="en-US" smtClean="0"/>
              <a:t>2023/9/3</a:t>
            </a:fld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314E4A1-6796-414B-B24F-E7E2D85A01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E04B5F9-9091-4731-B77A-B6DD294035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1746D-BB1C-4898-A8FE-976F44DCB8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99357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2e6546f8d5_0_16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2e6546f8d5_0_16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96633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2e6546f8d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2e6546f8d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455300" y="-75"/>
            <a:ext cx="10071037" cy="5143425"/>
            <a:chOff x="-455300" y="-75"/>
            <a:chExt cx="10071037" cy="5143425"/>
          </a:xfrm>
        </p:grpSpPr>
        <p:sp>
          <p:nvSpPr>
            <p:cNvPr id="10" name="Google Shape;10;p2"/>
            <p:cNvSpPr/>
            <p:nvPr/>
          </p:nvSpPr>
          <p:spPr>
            <a:xfrm rot="10800000">
              <a:off x="6484500" y="-75"/>
              <a:ext cx="2659500" cy="27579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6650" y="1945350"/>
              <a:ext cx="3156300" cy="31980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45850" y="192714"/>
              <a:ext cx="8665539" cy="4764600"/>
              <a:chOff x="245850" y="192714"/>
              <a:chExt cx="8665539" cy="47646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245889" y="192714"/>
                <a:ext cx="8665500" cy="476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" name="Google Shape;14;p2"/>
              <p:cNvCxnSpPr/>
              <p:nvPr/>
            </p:nvCxnSpPr>
            <p:spPr>
              <a:xfrm>
                <a:off x="245850" y="571050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" name="Google Shape;15;p2"/>
              <p:cNvCxnSpPr/>
              <p:nvPr/>
            </p:nvCxnSpPr>
            <p:spPr>
              <a:xfrm>
                <a:off x="245850" y="4568875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" name="Google Shape;16;p2"/>
            <p:cNvGrpSpPr/>
            <p:nvPr/>
          </p:nvGrpSpPr>
          <p:grpSpPr>
            <a:xfrm>
              <a:off x="-455300" y="1560453"/>
              <a:ext cx="1745978" cy="1725741"/>
              <a:chOff x="-178495" y="1708878"/>
              <a:chExt cx="1745978" cy="1725741"/>
            </a:xfrm>
          </p:grpSpPr>
          <p:sp>
            <p:nvSpPr>
              <p:cNvPr id="17" name="Google Shape;17;p2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 flipH="1">
              <a:off x="7869759" y="1279489"/>
              <a:ext cx="1745978" cy="1725741"/>
              <a:chOff x="-178495" y="1708878"/>
              <a:chExt cx="1745978" cy="1725741"/>
            </a:xfrm>
          </p:grpSpPr>
          <p:sp>
            <p:nvSpPr>
              <p:cNvPr id="21" name="Google Shape;21;p2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2257525" y="1208652"/>
            <a:ext cx="4642200" cy="177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ubTitle" idx="1"/>
          </p:nvPr>
        </p:nvSpPr>
        <p:spPr>
          <a:xfrm>
            <a:off x="2186250" y="3872650"/>
            <a:ext cx="4771500" cy="40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latin typeface="Noto Sans"/>
                <a:ea typeface="Noto Sans"/>
                <a:cs typeface="Noto Sans"/>
                <a:sym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_AND_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4"/>
          <p:cNvGrpSpPr/>
          <p:nvPr/>
        </p:nvGrpSpPr>
        <p:grpSpPr>
          <a:xfrm>
            <a:off x="-561689" y="-172526"/>
            <a:ext cx="9705689" cy="5315948"/>
            <a:chOff x="-561689" y="-172526"/>
            <a:chExt cx="9705689" cy="5315948"/>
          </a:xfrm>
        </p:grpSpPr>
        <p:sp>
          <p:nvSpPr>
            <p:cNvPr id="46" name="Google Shape;46;p4"/>
            <p:cNvSpPr/>
            <p:nvPr/>
          </p:nvSpPr>
          <p:spPr>
            <a:xfrm rot="10800000" flipH="1">
              <a:off x="-6650" y="50"/>
              <a:ext cx="1847400" cy="1873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flipH="1">
              <a:off x="7401000" y="3377322"/>
              <a:ext cx="1743000" cy="17661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" name="Google Shape;48;p4"/>
            <p:cNvGrpSpPr/>
            <p:nvPr/>
          </p:nvGrpSpPr>
          <p:grpSpPr>
            <a:xfrm>
              <a:off x="-561689" y="-172526"/>
              <a:ext cx="1745978" cy="1725741"/>
              <a:chOff x="-178495" y="1708878"/>
              <a:chExt cx="1745978" cy="1725741"/>
            </a:xfrm>
          </p:grpSpPr>
          <p:sp>
            <p:nvSpPr>
              <p:cNvPr id="49" name="Google Shape;49;p4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" name="Google Shape;52;p4"/>
            <p:cNvGrpSpPr/>
            <p:nvPr/>
          </p:nvGrpSpPr>
          <p:grpSpPr>
            <a:xfrm>
              <a:off x="245839" y="189439"/>
              <a:ext cx="8665511" cy="4764600"/>
              <a:chOff x="245839" y="189439"/>
              <a:chExt cx="8665511" cy="4764600"/>
            </a:xfrm>
          </p:grpSpPr>
          <p:sp>
            <p:nvSpPr>
              <p:cNvPr id="53" name="Google Shape;53;p4"/>
              <p:cNvSpPr/>
              <p:nvPr/>
            </p:nvSpPr>
            <p:spPr>
              <a:xfrm>
                <a:off x="245839" y="189439"/>
                <a:ext cx="8665500" cy="476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" name="Google Shape;54;p4"/>
              <p:cNvCxnSpPr/>
              <p:nvPr/>
            </p:nvCxnSpPr>
            <p:spPr>
              <a:xfrm>
                <a:off x="245850" y="455400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" name="Google Shape;55;p4"/>
              <p:cNvCxnSpPr/>
              <p:nvPr/>
            </p:nvCxnSpPr>
            <p:spPr>
              <a:xfrm flipH="1">
                <a:off x="245839" y="4568114"/>
                <a:ext cx="866550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7" name="Google Shape;57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A3DA427-08C5-0C2B-DCE6-511A44D2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B7F0DB73-2015-4F6B-312F-87ADDE46CFAA}"/>
              </a:ext>
            </a:extLst>
          </p:cNvPr>
          <p:cNvSpPr>
            <a:spLocks noGrp="1"/>
          </p:cNvSpPr>
          <p:nvPr userDrawn="1"/>
        </p:nvSpPr>
        <p:spPr>
          <a:xfrm>
            <a:off x="5925000" y="45819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7C4043-DBDF-46A6-A376-81DC069CD2E6}" type="slidenum">
              <a:rPr lang="en-US" altLang="zh-TW" smtClean="0">
                <a:solidFill>
                  <a:schemeClr val="tx1"/>
                </a:solidFill>
              </a:rPr>
              <a:t>‹#›</a:t>
            </a:fld>
            <a:endParaRPr lang="zh-TW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 rot="10800000">
            <a:off x="7296600" y="50"/>
            <a:ext cx="1847400" cy="1873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-6650" y="3377322"/>
            <a:ext cx="1743000" cy="1766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" name="Google Shape;98;p7"/>
          <p:cNvGrpSpPr/>
          <p:nvPr/>
        </p:nvGrpSpPr>
        <p:grpSpPr>
          <a:xfrm>
            <a:off x="245839" y="189439"/>
            <a:ext cx="8665511" cy="4764600"/>
            <a:chOff x="245839" y="189439"/>
            <a:chExt cx="8665511" cy="4764600"/>
          </a:xfrm>
        </p:grpSpPr>
        <p:sp>
          <p:nvSpPr>
            <p:cNvPr id="99" name="Google Shape;99;p7"/>
            <p:cNvSpPr/>
            <p:nvPr/>
          </p:nvSpPr>
          <p:spPr>
            <a:xfrm>
              <a:off x="245839" y="189439"/>
              <a:ext cx="8665500" cy="4764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0" name="Google Shape;100;p7"/>
            <p:cNvCxnSpPr/>
            <p:nvPr/>
          </p:nvCxnSpPr>
          <p:spPr>
            <a:xfrm>
              <a:off x="245850" y="455400"/>
              <a:ext cx="8665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01;p7"/>
            <p:cNvCxnSpPr/>
            <p:nvPr/>
          </p:nvCxnSpPr>
          <p:spPr>
            <a:xfrm flipH="1">
              <a:off x="245839" y="4568114"/>
              <a:ext cx="8665500" cy="1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2" name="Google Shape;102;p7"/>
          <p:cNvSpPr txBox="1">
            <a:spLocks noGrp="1"/>
          </p:cNvSpPr>
          <p:nvPr>
            <p:ph type="title"/>
          </p:nvPr>
        </p:nvSpPr>
        <p:spPr>
          <a:xfrm>
            <a:off x="4248913" y="929625"/>
            <a:ext cx="3323100" cy="11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subTitle" idx="1"/>
          </p:nvPr>
        </p:nvSpPr>
        <p:spPr>
          <a:xfrm>
            <a:off x="4249325" y="2245875"/>
            <a:ext cx="3739800" cy="19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◇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 dirty="0"/>
          </a:p>
        </p:txBody>
      </p:sp>
      <p:sp>
        <p:nvSpPr>
          <p:cNvPr id="104" name="Google Shape;104;p7"/>
          <p:cNvSpPr>
            <a:spLocks noGrp="1"/>
          </p:cNvSpPr>
          <p:nvPr>
            <p:ph type="pic" idx="2"/>
          </p:nvPr>
        </p:nvSpPr>
        <p:spPr>
          <a:xfrm>
            <a:off x="938125" y="1042950"/>
            <a:ext cx="2904900" cy="30576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sp>
        <p:nvSpPr>
          <p:cNvPr id="2" name="投影片編號版面配置區 5">
            <a:extLst>
              <a:ext uri="{FF2B5EF4-FFF2-40B4-BE49-F238E27FC236}">
                <a16:creationId xmlns:a16="http://schemas.microsoft.com/office/drawing/2014/main" id="{CCF913E6-D25F-A664-68A9-420AB3F76E42}"/>
              </a:ext>
            </a:extLst>
          </p:cNvPr>
          <p:cNvSpPr>
            <a:spLocks noGrp="1"/>
          </p:cNvSpPr>
          <p:nvPr userDrawn="1"/>
        </p:nvSpPr>
        <p:spPr>
          <a:xfrm>
            <a:off x="5925000" y="45819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7C4043-DBDF-46A6-A376-81DC069CD2E6}" type="slidenum">
              <a:rPr lang="en-US" altLang="zh-TW" smtClean="0">
                <a:solidFill>
                  <a:schemeClr val="tx1"/>
                </a:solidFill>
              </a:rPr>
              <a:t>‹#›</a:t>
            </a:fld>
            <a:endParaRPr lang="zh-TW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9"/>
          <p:cNvSpPr/>
          <p:nvPr/>
        </p:nvSpPr>
        <p:spPr>
          <a:xfrm rot="10800000">
            <a:off x="7296600" y="50"/>
            <a:ext cx="1847400" cy="1873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9"/>
          <p:cNvSpPr/>
          <p:nvPr/>
        </p:nvSpPr>
        <p:spPr>
          <a:xfrm>
            <a:off x="-6650" y="3377322"/>
            <a:ext cx="1743000" cy="1766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2" name="Google Shape;512;p29"/>
          <p:cNvGrpSpPr/>
          <p:nvPr/>
        </p:nvGrpSpPr>
        <p:grpSpPr>
          <a:xfrm>
            <a:off x="245839" y="189439"/>
            <a:ext cx="8665511" cy="4764600"/>
            <a:chOff x="245839" y="189439"/>
            <a:chExt cx="8665511" cy="4764600"/>
          </a:xfrm>
        </p:grpSpPr>
        <p:sp>
          <p:nvSpPr>
            <p:cNvPr id="513" name="Google Shape;513;p29"/>
            <p:cNvSpPr/>
            <p:nvPr/>
          </p:nvSpPr>
          <p:spPr>
            <a:xfrm>
              <a:off x="245839" y="189439"/>
              <a:ext cx="8665500" cy="4764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14" name="Google Shape;514;p29"/>
            <p:cNvCxnSpPr/>
            <p:nvPr/>
          </p:nvCxnSpPr>
          <p:spPr>
            <a:xfrm>
              <a:off x="245850" y="455400"/>
              <a:ext cx="8665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5" name="Google Shape;515;p29"/>
            <p:cNvCxnSpPr/>
            <p:nvPr/>
          </p:nvCxnSpPr>
          <p:spPr>
            <a:xfrm flipH="1">
              <a:off x="245839" y="4568114"/>
              <a:ext cx="8665500" cy="1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16" name="Google Shape;516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17" name="Google Shape;517;p29"/>
          <p:cNvGrpSpPr/>
          <p:nvPr/>
        </p:nvGrpSpPr>
        <p:grpSpPr>
          <a:xfrm>
            <a:off x="-1057188" y="3078993"/>
            <a:ext cx="1745978" cy="1725741"/>
            <a:chOff x="-178495" y="1708878"/>
            <a:chExt cx="1745978" cy="1725741"/>
          </a:xfrm>
        </p:grpSpPr>
        <p:sp>
          <p:nvSpPr>
            <p:cNvPr id="518" name="Google Shape;518;p29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投影片編號版面配置區 5">
            <a:extLst>
              <a:ext uri="{FF2B5EF4-FFF2-40B4-BE49-F238E27FC236}">
                <a16:creationId xmlns:a16="http://schemas.microsoft.com/office/drawing/2014/main" id="{8398EF6C-EA3E-56B0-7C32-D49401AC2C32}"/>
              </a:ext>
            </a:extLst>
          </p:cNvPr>
          <p:cNvSpPr>
            <a:spLocks noGrp="1"/>
          </p:cNvSpPr>
          <p:nvPr userDrawn="1"/>
        </p:nvSpPr>
        <p:spPr>
          <a:xfrm>
            <a:off x="5925000" y="45819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7C4043-DBDF-46A6-A376-81DC069CD2E6}" type="slidenum">
              <a:rPr lang="en-US" altLang="zh-TW" smtClean="0">
                <a:solidFill>
                  <a:schemeClr val="tx1"/>
                </a:solidFill>
              </a:rPr>
              <a:t>‹#›</a:t>
            </a:fld>
            <a:endParaRPr lang="zh-TW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p31"/>
          <p:cNvGrpSpPr/>
          <p:nvPr/>
        </p:nvGrpSpPr>
        <p:grpSpPr>
          <a:xfrm>
            <a:off x="-461945" y="-75"/>
            <a:ext cx="10071037" cy="5143425"/>
            <a:chOff x="-461945" y="-75"/>
            <a:chExt cx="10071037" cy="5143425"/>
          </a:xfrm>
        </p:grpSpPr>
        <p:sp>
          <p:nvSpPr>
            <p:cNvPr id="539" name="Google Shape;539;p31"/>
            <p:cNvSpPr/>
            <p:nvPr/>
          </p:nvSpPr>
          <p:spPr>
            <a:xfrm rot="10800000" flipH="1">
              <a:off x="9792" y="-75"/>
              <a:ext cx="2659500" cy="27579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1"/>
            <p:cNvSpPr/>
            <p:nvPr/>
          </p:nvSpPr>
          <p:spPr>
            <a:xfrm flipH="1">
              <a:off x="6004142" y="1945350"/>
              <a:ext cx="3156300" cy="319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1" name="Google Shape;541;p31"/>
            <p:cNvGrpSpPr/>
            <p:nvPr/>
          </p:nvGrpSpPr>
          <p:grpSpPr>
            <a:xfrm flipH="1">
              <a:off x="7863114" y="1560453"/>
              <a:ext cx="1745978" cy="1725741"/>
              <a:chOff x="-178495" y="1708878"/>
              <a:chExt cx="1745978" cy="1725741"/>
            </a:xfrm>
          </p:grpSpPr>
          <p:sp>
            <p:nvSpPr>
              <p:cNvPr id="542" name="Google Shape;542;p31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1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1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" name="Google Shape;545;p31"/>
            <p:cNvGrpSpPr/>
            <p:nvPr/>
          </p:nvGrpSpPr>
          <p:grpSpPr>
            <a:xfrm>
              <a:off x="-461945" y="1279489"/>
              <a:ext cx="1745978" cy="1725741"/>
              <a:chOff x="-178495" y="1708878"/>
              <a:chExt cx="1745978" cy="1725741"/>
            </a:xfrm>
          </p:grpSpPr>
          <p:sp>
            <p:nvSpPr>
              <p:cNvPr id="546" name="Google Shape;546;p31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1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1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9" name="Google Shape;549;p31"/>
            <p:cNvGrpSpPr/>
            <p:nvPr/>
          </p:nvGrpSpPr>
          <p:grpSpPr>
            <a:xfrm>
              <a:off x="245850" y="192714"/>
              <a:ext cx="8665539" cy="4764600"/>
              <a:chOff x="245850" y="192714"/>
              <a:chExt cx="8665539" cy="4764600"/>
            </a:xfrm>
          </p:grpSpPr>
          <p:sp>
            <p:nvSpPr>
              <p:cNvPr id="550" name="Google Shape;550;p31"/>
              <p:cNvSpPr/>
              <p:nvPr/>
            </p:nvSpPr>
            <p:spPr>
              <a:xfrm>
                <a:off x="245889" y="192714"/>
                <a:ext cx="8665500" cy="476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51" name="Google Shape;551;p31"/>
              <p:cNvCxnSpPr/>
              <p:nvPr/>
            </p:nvCxnSpPr>
            <p:spPr>
              <a:xfrm>
                <a:off x="245850" y="571050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2" name="Google Shape;552;p31"/>
              <p:cNvCxnSpPr/>
              <p:nvPr/>
            </p:nvCxnSpPr>
            <p:spPr>
              <a:xfrm>
                <a:off x="245850" y="4568875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53" name="Google Shape;553;p31"/>
          <p:cNvSpPr txBox="1">
            <a:spLocks noGrp="1"/>
          </p:cNvSpPr>
          <p:nvPr>
            <p:ph type="title"/>
          </p:nvPr>
        </p:nvSpPr>
        <p:spPr>
          <a:xfrm>
            <a:off x="2347938" y="7442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4" name="Google Shape;554;p31"/>
          <p:cNvSpPr txBox="1">
            <a:spLocks noGrp="1"/>
          </p:cNvSpPr>
          <p:nvPr>
            <p:ph type="subTitle" idx="1"/>
          </p:nvPr>
        </p:nvSpPr>
        <p:spPr>
          <a:xfrm>
            <a:off x="2347900" y="18029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" name="投影片編號版面配置區 5">
            <a:extLst>
              <a:ext uri="{FF2B5EF4-FFF2-40B4-BE49-F238E27FC236}">
                <a16:creationId xmlns:a16="http://schemas.microsoft.com/office/drawing/2014/main" id="{3804ABF9-AAAD-51A8-AB2D-9B46F7B25C39}"/>
              </a:ext>
            </a:extLst>
          </p:cNvPr>
          <p:cNvSpPr>
            <a:spLocks noGrp="1"/>
          </p:cNvSpPr>
          <p:nvPr userDrawn="1"/>
        </p:nvSpPr>
        <p:spPr>
          <a:xfrm>
            <a:off x="5925000" y="45819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7C4043-DBDF-46A6-A376-81DC069CD2E6}" type="slidenum">
              <a:rPr lang="en-US" altLang="zh-TW" smtClean="0">
                <a:solidFill>
                  <a:schemeClr val="tx1"/>
                </a:solidFill>
              </a:rPr>
              <a:t>‹#›</a:t>
            </a:fld>
            <a:endParaRPr lang="zh-TW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7" name="Google Shape;557;p32"/>
          <p:cNvGrpSpPr/>
          <p:nvPr/>
        </p:nvGrpSpPr>
        <p:grpSpPr>
          <a:xfrm>
            <a:off x="-461945" y="-75"/>
            <a:ext cx="10071037" cy="5143425"/>
            <a:chOff x="-461945" y="-75"/>
            <a:chExt cx="10071037" cy="5143425"/>
          </a:xfrm>
        </p:grpSpPr>
        <p:sp>
          <p:nvSpPr>
            <p:cNvPr id="558" name="Google Shape;558;p32"/>
            <p:cNvSpPr/>
            <p:nvPr/>
          </p:nvSpPr>
          <p:spPr>
            <a:xfrm rot="10800000" flipH="1">
              <a:off x="9792" y="-75"/>
              <a:ext cx="2659500" cy="27579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2"/>
            <p:cNvSpPr/>
            <p:nvPr/>
          </p:nvSpPr>
          <p:spPr>
            <a:xfrm flipH="1">
              <a:off x="6004142" y="1945350"/>
              <a:ext cx="3156300" cy="31980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0" name="Google Shape;560;p32"/>
            <p:cNvGrpSpPr/>
            <p:nvPr/>
          </p:nvGrpSpPr>
          <p:grpSpPr>
            <a:xfrm flipH="1">
              <a:off x="7863114" y="1560453"/>
              <a:ext cx="1745978" cy="1725741"/>
              <a:chOff x="-178495" y="1708878"/>
              <a:chExt cx="1745978" cy="1725741"/>
            </a:xfrm>
          </p:grpSpPr>
          <p:sp>
            <p:nvSpPr>
              <p:cNvPr id="561" name="Google Shape;561;p32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2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2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4" name="Google Shape;564;p32"/>
            <p:cNvGrpSpPr/>
            <p:nvPr/>
          </p:nvGrpSpPr>
          <p:grpSpPr>
            <a:xfrm>
              <a:off x="-461945" y="1279489"/>
              <a:ext cx="1745978" cy="1725741"/>
              <a:chOff x="-178495" y="1708878"/>
              <a:chExt cx="1745978" cy="1725741"/>
            </a:xfrm>
          </p:grpSpPr>
          <p:sp>
            <p:nvSpPr>
              <p:cNvPr id="565" name="Google Shape;565;p32"/>
              <p:cNvSpPr/>
              <p:nvPr/>
            </p:nvSpPr>
            <p:spPr>
              <a:xfrm rot="2700000">
                <a:off x="26589" y="2239302"/>
                <a:ext cx="990232" cy="990232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2"/>
              <p:cNvSpPr/>
              <p:nvPr/>
            </p:nvSpPr>
            <p:spPr>
              <a:xfrm rot="2697707">
                <a:off x="1082229" y="3031539"/>
                <a:ext cx="317986" cy="31798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2"/>
              <p:cNvSpPr/>
              <p:nvPr/>
            </p:nvSpPr>
            <p:spPr>
              <a:xfrm rot="2701411">
                <a:off x="943450" y="1815945"/>
                <a:ext cx="516966" cy="516966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8" name="Google Shape;568;p32"/>
            <p:cNvGrpSpPr/>
            <p:nvPr/>
          </p:nvGrpSpPr>
          <p:grpSpPr>
            <a:xfrm>
              <a:off x="245850" y="192714"/>
              <a:ext cx="8665539" cy="4764600"/>
              <a:chOff x="245850" y="192714"/>
              <a:chExt cx="8665539" cy="4764600"/>
            </a:xfrm>
          </p:grpSpPr>
          <p:sp>
            <p:nvSpPr>
              <p:cNvPr id="569" name="Google Shape;569;p32"/>
              <p:cNvSpPr/>
              <p:nvPr/>
            </p:nvSpPr>
            <p:spPr>
              <a:xfrm>
                <a:off x="245889" y="192714"/>
                <a:ext cx="8665500" cy="476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70" name="Google Shape;570;p32"/>
              <p:cNvCxnSpPr/>
              <p:nvPr/>
            </p:nvCxnSpPr>
            <p:spPr>
              <a:xfrm>
                <a:off x="245850" y="571050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1" name="Google Shape;571;p32"/>
              <p:cNvCxnSpPr/>
              <p:nvPr/>
            </p:nvCxnSpPr>
            <p:spPr>
              <a:xfrm>
                <a:off x="245850" y="3662025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2" name="Google Shape;572;p32"/>
              <p:cNvCxnSpPr/>
              <p:nvPr/>
            </p:nvCxnSpPr>
            <p:spPr>
              <a:xfrm>
                <a:off x="245850" y="4568875"/>
                <a:ext cx="8665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" name="投影片編號版面配置區 5">
            <a:extLst>
              <a:ext uri="{FF2B5EF4-FFF2-40B4-BE49-F238E27FC236}">
                <a16:creationId xmlns:a16="http://schemas.microsoft.com/office/drawing/2014/main" id="{DD039623-AFD5-A944-CC46-A94CC4C2FB48}"/>
              </a:ext>
            </a:extLst>
          </p:cNvPr>
          <p:cNvSpPr>
            <a:spLocks noGrp="1"/>
          </p:cNvSpPr>
          <p:nvPr userDrawn="1"/>
        </p:nvSpPr>
        <p:spPr>
          <a:xfrm>
            <a:off x="5925000" y="45819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7C4043-DBDF-46A6-A376-81DC069CD2E6}" type="slidenum">
              <a:rPr lang="en-US" altLang="zh-TW" smtClean="0">
                <a:solidFill>
                  <a:schemeClr val="tx1"/>
                </a:solidFill>
              </a:rPr>
              <a:t>‹#›</a:t>
            </a:fld>
            <a:endParaRPr lang="zh-TW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3"/>
          <p:cNvSpPr/>
          <p:nvPr/>
        </p:nvSpPr>
        <p:spPr>
          <a:xfrm rot="10800000">
            <a:off x="7296600" y="50"/>
            <a:ext cx="1847400" cy="1873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33"/>
          <p:cNvSpPr/>
          <p:nvPr/>
        </p:nvSpPr>
        <p:spPr>
          <a:xfrm>
            <a:off x="-6650" y="3377322"/>
            <a:ext cx="1743000" cy="1766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6" name="Google Shape;576;p33"/>
          <p:cNvGrpSpPr/>
          <p:nvPr/>
        </p:nvGrpSpPr>
        <p:grpSpPr>
          <a:xfrm flipH="1">
            <a:off x="8316036" y="-155578"/>
            <a:ext cx="1745978" cy="1725741"/>
            <a:chOff x="-178495" y="1708878"/>
            <a:chExt cx="1745978" cy="1725741"/>
          </a:xfrm>
        </p:grpSpPr>
        <p:sp>
          <p:nvSpPr>
            <p:cNvPr id="577" name="Google Shape;577;p33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3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/>
          <p:cNvGrpSpPr/>
          <p:nvPr/>
        </p:nvGrpSpPr>
        <p:grpSpPr>
          <a:xfrm>
            <a:off x="-942689" y="2411944"/>
            <a:ext cx="1745978" cy="1725741"/>
            <a:chOff x="-178495" y="1708878"/>
            <a:chExt cx="1745978" cy="1725741"/>
          </a:xfrm>
        </p:grpSpPr>
        <p:sp>
          <p:nvSpPr>
            <p:cNvPr id="581" name="Google Shape;581;p33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3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4" name="Google Shape;584;p33"/>
          <p:cNvGrpSpPr/>
          <p:nvPr/>
        </p:nvGrpSpPr>
        <p:grpSpPr>
          <a:xfrm>
            <a:off x="245839" y="189439"/>
            <a:ext cx="8665511" cy="4764600"/>
            <a:chOff x="245839" y="189439"/>
            <a:chExt cx="8665511" cy="4764600"/>
          </a:xfrm>
        </p:grpSpPr>
        <p:sp>
          <p:nvSpPr>
            <p:cNvPr id="585" name="Google Shape;585;p33"/>
            <p:cNvSpPr/>
            <p:nvPr/>
          </p:nvSpPr>
          <p:spPr>
            <a:xfrm>
              <a:off x="245839" y="189439"/>
              <a:ext cx="8665500" cy="47646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6" name="Google Shape;586;p33"/>
            <p:cNvCxnSpPr/>
            <p:nvPr/>
          </p:nvCxnSpPr>
          <p:spPr>
            <a:xfrm>
              <a:off x="245850" y="455400"/>
              <a:ext cx="8665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7" name="Google Shape;587;p33"/>
            <p:cNvCxnSpPr/>
            <p:nvPr/>
          </p:nvCxnSpPr>
          <p:spPr>
            <a:xfrm flipH="1">
              <a:off x="245839" y="4568114"/>
              <a:ext cx="8665500" cy="1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投影片編號版面配置區 5">
            <a:extLst>
              <a:ext uri="{FF2B5EF4-FFF2-40B4-BE49-F238E27FC236}">
                <a16:creationId xmlns:a16="http://schemas.microsoft.com/office/drawing/2014/main" id="{DDC69C7A-6264-5D2C-4D59-30F755263505}"/>
              </a:ext>
            </a:extLst>
          </p:cNvPr>
          <p:cNvSpPr>
            <a:spLocks noGrp="1"/>
          </p:cNvSpPr>
          <p:nvPr userDrawn="1"/>
        </p:nvSpPr>
        <p:spPr>
          <a:xfrm>
            <a:off x="5925000" y="45819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7C4043-DBDF-46A6-A376-81DC069CD2E6}" type="slidenum">
              <a:rPr lang="en-US" altLang="zh-TW" smtClean="0">
                <a:solidFill>
                  <a:schemeClr val="tx1"/>
                </a:solidFill>
              </a:rPr>
              <a:t>‹#›</a:t>
            </a:fld>
            <a:endParaRPr lang="zh-TW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1_Title and two columns 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>
            <a:spLocks noGrp="1"/>
          </p:cNvSpPr>
          <p:nvPr>
            <p:ph type="body" idx="1"/>
          </p:nvPr>
        </p:nvSpPr>
        <p:spPr>
          <a:xfrm>
            <a:off x="4748375" y="1236475"/>
            <a:ext cx="3675600" cy="28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>
                <a:latin typeface="源泉圓體 M" panose="020B0600000000000000" pitchFamily="34" charset="-120"/>
                <a:ea typeface="源泉圓體 M" panose="020B0600000000000000" pitchFamily="34" charset="-120"/>
              </a:defRPr>
            </a:lvl1pPr>
            <a:lvl2pPr marL="914400" lvl="1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 dirty="0"/>
          </a:p>
        </p:txBody>
      </p:sp>
      <p:sp>
        <p:nvSpPr>
          <p:cNvPr id="140" name="Google Shape;140;p16"/>
          <p:cNvSpPr txBox="1">
            <a:spLocks noGrp="1"/>
          </p:cNvSpPr>
          <p:nvPr>
            <p:ph type="body" idx="2"/>
          </p:nvPr>
        </p:nvSpPr>
        <p:spPr>
          <a:xfrm>
            <a:off x="720000" y="1236475"/>
            <a:ext cx="3675600" cy="28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>
                <a:latin typeface="源泉圓體 M" panose="020B0600000000000000" pitchFamily="34" charset="-120"/>
                <a:ea typeface="源泉圓體 M" panose="020B0600000000000000" pitchFamily="34" charset="-120"/>
              </a:defRPr>
            </a:lvl1pPr>
            <a:lvl2pPr marL="914400" lvl="1" indent="-32385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 dirty="0"/>
          </a:p>
        </p:txBody>
      </p:sp>
      <p:sp>
        <p:nvSpPr>
          <p:cNvPr id="141" name="Google Shape;141;p1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源泉圓體 M" panose="020B0600000000000000" pitchFamily="34" charset="-120"/>
                <a:ea typeface="源泉圓體 M" panose="020B0600000000000000" pitchFamily="34" charset="-12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Varela"/>
              <a:buNone/>
              <a:defRPr sz="3600">
                <a:latin typeface="Varela"/>
                <a:ea typeface="Varela"/>
                <a:cs typeface="Varela"/>
                <a:sym typeface="Varel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Varela"/>
              <a:buNone/>
              <a:defRPr sz="3600">
                <a:latin typeface="Varela"/>
                <a:ea typeface="Varela"/>
                <a:cs typeface="Varela"/>
                <a:sym typeface="Varel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Varela"/>
              <a:buNone/>
              <a:defRPr sz="3600">
                <a:latin typeface="Varela"/>
                <a:ea typeface="Varela"/>
                <a:cs typeface="Varela"/>
                <a:sym typeface="Varel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Varela"/>
              <a:buNone/>
              <a:defRPr sz="3600">
                <a:latin typeface="Varela"/>
                <a:ea typeface="Varela"/>
                <a:cs typeface="Varela"/>
                <a:sym typeface="Varel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Varela"/>
              <a:buNone/>
              <a:defRPr sz="3600">
                <a:latin typeface="Varela"/>
                <a:ea typeface="Varela"/>
                <a:cs typeface="Varela"/>
                <a:sym typeface="Varel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Varela"/>
              <a:buNone/>
              <a:defRPr sz="3600">
                <a:latin typeface="Varela"/>
                <a:ea typeface="Varela"/>
                <a:cs typeface="Varela"/>
                <a:sym typeface="Varel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Varela"/>
              <a:buNone/>
              <a:defRPr sz="3600">
                <a:latin typeface="Varela"/>
                <a:ea typeface="Varela"/>
                <a:cs typeface="Varela"/>
                <a:sym typeface="Varel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Varela"/>
              <a:buNone/>
              <a:defRPr sz="3600">
                <a:latin typeface="Varela"/>
                <a:ea typeface="Varela"/>
                <a:cs typeface="Varela"/>
                <a:sym typeface="Varela"/>
              </a:defRPr>
            </a:lvl9pPr>
          </a:lstStyle>
          <a:p>
            <a:endParaRPr dirty="0"/>
          </a:p>
        </p:txBody>
      </p:sp>
      <p:cxnSp>
        <p:nvCxnSpPr>
          <p:cNvPr id="142" name="Google Shape;142;p16"/>
          <p:cNvCxnSpPr/>
          <p:nvPr/>
        </p:nvCxnSpPr>
        <p:spPr>
          <a:xfrm>
            <a:off x="820500" y="4416985"/>
            <a:ext cx="75030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7872051" y="4456325"/>
            <a:ext cx="552000" cy="1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5" name="Google Shape;145;p16"/>
          <p:cNvGrpSpPr/>
          <p:nvPr/>
        </p:nvGrpSpPr>
        <p:grpSpPr>
          <a:xfrm>
            <a:off x="7489525" y="-2235776"/>
            <a:ext cx="2353010" cy="4807538"/>
            <a:chOff x="7565725" y="-2235776"/>
            <a:chExt cx="2353010" cy="4807538"/>
          </a:xfrm>
        </p:grpSpPr>
        <p:sp>
          <p:nvSpPr>
            <p:cNvPr id="146" name="Google Shape;146;p16"/>
            <p:cNvSpPr/>
            <p:nvPr/>
          </p:nvSpPr>
          <p:spPr>
            <a:xfrm rot="-5400000" flipH="1">
              <a:off x="6409954" y="-446880"/>
              <a:ext cx="4174259" cy="1862717"/>
            </a:xfrm>
            <a:custGeom>
              <a:avLst/>
              <a:gdLst/>
              <a:ahLst/>
              <a:cxnLst/>
              <a:rect l="l" t="t" r="r" b="b"/>
              <a:pathLst>
                <a:path w="173620" h="77476" extrusionOk="0">
                  <a:moveTo>
                    <a:pt x="41164" y="1"/>
                  </a:moveTo>
                  <a:cubicBezTo>
                    <a:pt x="31284" y="1"/>
                    <a:pt x="21201" y="3658"/>
                    <a:pt x="13204" y="9630"/>
                  </a:cubicBezTo>
                  <a:cubicBezTo>
                    <a:pt x="7923" y="13569"/>
                    <a:pt x="3202" y="18673"/>
                    <a:pt x="1314" y="24987"/>
                  </a:cubicBezTo>
                  <a:cubicBezTo>
                    <a:pt x="1181" y="25459"/>
                    <a:pt x="1063" y="25931"/>
                    <a:pt x="945" y="26403"/>
                  </a:cubicBezTo>
                  <a:cubicBezTo>
                    <a:pt x="1" y="30548"/>
                    <a:pt x="178" y="34915"/>
                    <a:pt x="384" y="39193"/>
                  </a:cubicBezTo>
                  <a:lnTo>
                    <a:pt x="2155" y="77475"/>
                  </a:lnTo>
                  <a:lnTo>
                    <a:pt x="172719" y="77475"/>
                  </a:lnTo>
                  <a:cubicBezTo>
                    <a:pt x="173619" y="66618"/>
                    <a:pt x="173369" y="55952"/>
                    <a:pt x="167084" y="47794"/>
                  </a:cubicBezTo>
                  <a:cubicBezTo>
                    <a:pt x="161974" y="41135"/>
                    <a:pt x="156611" y="38854"/>
                    <a:pt x="151195" y="38854"/>
                  </a:cubicBezTo>
                  <a:cubicBezTo>
                    <a:pt x="141336" y="38854"/>
                    <a:pt x="131299" y="46415"/>
                    <a:pt x="122282" y="48900"/>
                  </a:cubicBezTo>
                  <a:cubicBezTo>
                    <a:pt x="118909" y="49833"/>
                    <a:pt x="115801" y="50253"/>
                    <a:pt x="112920" y="50253"/>
                  </a:cubicBezTo>
                  <a:cubicBezTo>
                    <a:pt x="96130" y="50253"/>
                    <a:pt x="87077" y="35992"/>
                    <a:pt x="78615" y="26020"/>
                  </a:cubicBezTo>
                  <a:cubicBezTo>
                    <a:pt x="71519" y="17685"/>
                    <a:pt x="66902" y="8405"/>
                    <a:pt x="56738" y="3463"/>
                  </a:cubicBezTo>
                  <a:cubicBezTo>
                    <a:pt x="51852" y="1083"/>
                    <a:pt x="46538" y="1"/>
                    <a:pt x="411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 rot="-5400000" flipH="1">
              <a:off x="6442311" y="-904662"/>
              <a:ext cx="4807538" cy="2145310"/>
            </a:xfrm>
            <a:custGeom>
              <a:avLst/>
              <a:gdLst/>
              <a:ahLst/>
              <a:cxnLst/>
              <a:rect l="l" t="t" r="r" b="b"/>
              <a:pathLst>
                <a:path w="173620" h="77476" extrusionOk="0">
                  <a:moveTo>
                    <a:pt x="41164" y="1"/>
                  </a:moveTo>
                  <a:cubicBezTo>
                    <a:pt x="31284" y="1"/>
                    <a:pt x="21201" y="3658"/>
                    <a:pt x="13204" y="9630"/>
                  </a:cubicBezTo>
                  <a:cubicBezTo>
                    <a:pt x="7923" y="13569"/>
                    <a:pt x="3202" y="18673"/>
                    <a:pt x="1314" y="24987"/>
                  </a:cubicBezTo>
                  <a:cubicBezTo>
                    <a:pt x="1181" y="25459"/>
                    <a:pt x="1063" y="25931"/>
                    <a:pt x="945" y="26403"/>
                  </a:cubicBezTo>
                  <a:cubicBezTo>
                    <a:pt x="1" y="30548"/>
                    <a:pt x="178" y="34915"/>
                    <a:pt x="384" y="39193"/>
                  </a:cubicBezTo>
                  <a:lnTo>
                    <a:pt x="2155" y="77475"/>
                  </a:lnTo>
                  <a:lnTo>
                    <a:pt x="172719" y="77475"/>
                  </a:lnTo>
                  <a:cubicBezTo>
                    <a:pt x="173619" y="66618"/>
                    <a:pt x="173369" y="55952"/>
                    <a:pt x="167084" y="47794"/>
                  </a:cubicBezTo>
                  <a:cubicBezTo>
                    <a:pt x="161974" y="41135"/>
                    <a:pt x="156611" y="38854"/>
                    <a:pt x="151195" y="38854"/>
                  </a:cubicBezTo>
                  <a:cubicBezTo>
                    <a:pt x="141336" y="38854"/>
                    <a:pt x="131299" y="46415"/>
                    <a:pt x="122282" y="48900"/>
                  </a:cubicBezTo>
                  <a:cubicBezTo>
                    <a:pt x="118909" y="49833"/>
                    <a:pt x="115801" y="50253"/>
                    <a:pt x="112920" y="50253"/>
                  </a:cubicBezTo>
                  <a:cubicBezTo>
                    <a:pt x="96130" y="50253"/>
                    <a:pt x="87077" y="35992"/>
                    <a:pt x="78615" y="26020"/>
                  </a:cubicBezTo>
                  <a:cubicBezTo>
                    <a:pt x="71519" y="17685"/>
                    <a:pt x="66902" y="8405"/>
                    <a:pt x="56738" y="3463"/>
                  </a:cubicBezTo>
                  <a:cubicBezTo>
                    <a:pt x="51852" y="1083"/>
                    <a:pt x="46538" y="1"/>
                    <a:pt x="411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CBABA116-D4B8-CB0D-3509-FEB341875FA7}"/>
              </a:ext>
            </a:extLst>
          </p:cNvPr>
          <p:cNvSpPr txBox="1">
            <a:spLocks/>
          </p:cNvSpPr>
          <p:nvPr userDrawn="1"/>
        </p:nvSpPr>
        <p:spPr>
          <a:xfrm>
            <a:off x="719949" y="4456325"/>
            <a:ext cx="1931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1" i="0" u="none" strike="noStrike" cap="none">
                <a:solidFill>
                  <a:schemeClr val="accent2"/>
                </a:solidFill>
                <a:latin typeface="源泉圓體 M" panose="020B0600000000000000" pitchFamily="34" charset="-120"/>
                <a:ea typeface="源泉圓體 M" panose="020B0600000000000000" pitchFamily="34" charset="-120"/>
                <a:cs typeface="源泉圓體 M" panose="020B0600000000000000" pitchFamily="34" charset="-120"/>
                <a:sym typeface="Varela"/>
              </a:defRPr>
            </a:lvl1pPr>
            <a:lvl2pPr marL="914400" marR="0" lvl="1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2pPr>
            <a:lvl3pPr marL="1371600" marR="0" lvl="2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3pPr>
            <a:lvl4pPr marL="1828800" marR="0" lvl="3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4pPr>
            <a:lvl5pPr marL="2286000" marR="0" lvl="4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5pPr>
            <a:lvl6pPr marL="2743200" marR="0" lvl="5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6pPr>
            <a:lvl7pPr marL="3200400" marR="0" lvl="6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7pPr>
            <a:lvl8pPr marL="3657600" marR="0" lvl="7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8pPr>
            <a:lvl9pPr marL="4114800" marR="0" lvl="8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9pPr>
          </a:lstStyle>
          <a:p>
            <a:fld id="{BEB8DA67-43CF-41B5-A2D3-10C2D6E4A7E4}" type="datetime1">
              <a:rPr lang="zh-TW" altLang="en-US" smtClean="0"/>
              <a:t>2023/9/3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81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 userDrawn="1">
  <p:cSld name="Title and text 5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31"/>
          <p:cNvGrpSpPr/>
          <p:nvPr/>
        </p:nvGrpSpPr>
        <p:grpSpPr>
          <a:xfrm>
            <a:off x="7656269" y="-391325"/>
            <a:ext cx="1838280" cy="2865530"/>
            <a:chOff x="7656269" y="-391325"/>
            <a:chExt cx="1838280" cy="2865530"/>
          </a:xfrm>
        </p:grpSpPr>
        <p:sp>
          <p:nvSpPr>
            <p:cNvPr id="332" name="Google Shape;332;p31"/>
            <p:cNvSpPr/>
            <p:nvPr/>
          </p:nvSpPr>
          <p:spPr>
            <a:xfrm flipH="1">
              <a:off x="7656269" y="-67700"/>
              <a:ext cx="1517606" cy="2541905"/>
            </a:xfrm>
            <a:custGeom>
              <a:avLst/>
              <a:gdLst/>
              <a:ahLst/>
              <a:cxnLst/>
              <a:rect l="l" t="t" r="r" b="b"/>
              <a:pathLst>
                <a:path w="82066" h="137456" extrusionOk="0">
                  <a:moveTo>
                    <a:pt x="1" y="1"/>
                  </a:moveTo>
                  <a:lnTo>
                    <a:pt x="1" y="136817"/>
                  </a:lnTo>
                  <a:cubicBezTo>
                    <a:pt x="3430" y="137143"/>
                    <a:pt x="6983" y="137456"/>
                    <a:pt x="10493" y="137456"/>
                  </a:cubicBezTo>
                  <a:cubicBezTo>
                    <a:pt x="16232" y="137456"/>
                    <a:pt x="21856" y="136621"/>
                    <a:pt x="26640" y="133644"/>
                  </a:cubicBezTo>
                  <a:cubicBezTo>
                    <a:pt x="33641" y="129257"/>
                    <a:pt x="37467" y="121062"/>
                    <a:pt x="38793" y="112922"/>
                  </a:cubicBezTo>
                  <a:cubicBezTo>
                    <a:pt x="40118" y="104765"/>
                    <a:pt x="39353" y="96420"/>
                    <a:pt x="39241" y="88188"/>
                  </a:cubicBezTo>
                  <a:cubicBezTo>
                    <a:pt x="39110" y="79936"/>
                    <a:pt x="39745" y="71368"/>
                    <a:pt x="43591" y="64069"/>
                  </a:cubicBezTo>
                  <a:cubicBezTo>
                    <a:pt x="51804" y="48481"/>
                    <a:pt x="72619" y="42022"/>
                    <a:pt x="79022" y="25613"/>
                  </a:cubicBezTo>
                  <a:cubicBezTo>
                    <a:pt x="82065" y="17754"/>
                    <a:pt x="81188" y="8943"/>
                    <a:pt x="79452" y="67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1"/>
            <p:cNvSpPr/>
            <p:nvPr/>
          </p:nvSpPr>
          <p:spPr>
            <a:xfrm flipH="1">
              <a:off x="7976994" y="-391325"/>
              <a:ext cx="1517555" cy="2541545"/>
            </a:xfrm>
            <a:custGeom>
              <a:avLst/>
              <a:gdLst/>
              <a:ahLst/>
              <a:cxnLst/>
              <a:rect l="l" t="t" r="r" b="b"/>
              <a:pathLst>
                <a:path w="73365" h="122869" extrusionOk="0">
                  <a:moveTo>
                    <a:pt x="0" y="0"/>
                  </a:moveTo>
                  <a:lnTo>
                    <a:pt x="0" y="122293"/>
                  </a:lnTo>
                  <a:cubicBezTo>
                    <a:pt x="3084" y="122585"/>
                    <a:pt x="6279" y="122869"/>
                    <a:pt x="9434" y="122869"/>
                  </a:cubicBezTo>
                  <a:cubicBezTo>
                    <a:pt x="14549" y="122869"/>
                    <a:pt x="19560" y="122123"/>
                    <a:pt x="23820" y="119456"/>
                  </a:cubicBezTo>
                  <a:cubicBezTo>
                    <a:pt x="30074" y="115554"/>
                    <a:pt x="33490" y="108218"/>
                    <a:pt x="34685" y="100937"/>
                  </a:cubicBezTo>
                  <a:cubicBezTo>
                    <a:pt x="35861" y="93657"/>
                    <a:pt x="35170" y="86208"/>
                    <a:pt x="35077" y="78834"/>
                  </a:cubicBezTo>
                  <a:cubicBezTo>
                    <a:pt x="34965" y="71461"/>
                    <a:pt x="35525" y="63807"/>
                    <a:pt x="38979" y="57273"/>
                  </a:cubicBezTo>
                  <a:cubicBezTo>
                    <a:pt x="46296" y="43347"/>
                    <a:pt x="64927" y="37578"/>
                    <a:pt x="70639" y="22905"/>
                  </a:cubicBezTo>
                  <a:cubicBezTo>
                    <a:pt x="73365" y="15886"/>
                    <a:pt x="72581" y="7990"/>
                    <a:pt x="71031" y="61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4" name="Google Shape;334;p3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Fredoka One"/>
              <a:buNone/>
              <a:defRPr sz="3200">
                <a:latin typeface="源泉圓體 M" panose="020B0600000000000000" pitchFamily="34" charset="-120"/>
                <a:ea typeface="源泉圓體 M" panose="020B0600000000000000" pitchFamily="34" charset="-12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 dirty="0"/>
          </a:p>
        </p:txBody>
      </p:sp>
      <p:cxnSp>
        <p:nvCxnSpPr>
          <p:cNvPr id="335" name="Google Shape;335;p31"/>
          <p:cNvCxnSpPr/>
          <p:nvPr/>
        </p:nvCxnSpPr>
        <p:spPr>
          <a:xfrm>
            <a:off x="820500" y="4416985"/>
            <a:ext cx="75030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7" name="Google Shape;337;p31"/>
          <p:cNvSpPr txBox="1">
            <a:spLocks noGrp="1"/>
          </p:cNvSpPr>
          <p:nvPr>
            <p:ph type="sldNum" idx="12"/>
          </p:nvPr>
        </p:nvSpPr>
        <p:spPr>
          <a:xfrm>
            <a:off x="7872051" y="4456325"/>
            <a:ext cx="552000" cy="1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800">
                <a:solidFill>
                  <a:schemeClr val="accent2"/>
                </a:solidFill>
                <a:latin typeface="源泉圓體 M" panose="020B0600000000000000" pitchFamily="34" charset="-120"/>
                <a:ea typeface="源泉圓體 M" panose="020B0600000000000000" pitchFamily="34" charset="-120"/>
                <a:cs typeface="源泉圓體 M" panose="020B0600000000000000" pitchFamily="34" charset="-120"/>
                <a:sym typeface="Varela"/>
              </a:defRPr>
            </a:lvl1pPr>
            <a:lvl2pPr lvl="1" algn="r" rtl="0">
              <a:buNone/>
              <a:defRPr sz="800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2pPr>
            <a:lvl3pPr lvl="2" algn="r" rtl="0">
              <a:buNone/>
              <a:defRPr sz="800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3pPr>
            <a:lvl4pPr lvl="3" algn="r" rtl="0">
              <a:buNone/>
              <a:defRPr sz="800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4pPr>
            <a:lvl5pPr lvl="4" algn="r" rtl="0">
              <a:buNone/>
              <a:defRPr sz="800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5pPr>
            <a:lvl6pPr lvl="5" algn="r" rtl="0">
              <a:buNone/>
              <a:defRPr sz="800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6pPr>
            <a:lvl7pPr lvl="6" algn="r" rtl="0">
              <a:buNone/>
              <a:defRPr sz="800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7pPr>
            <a:lvl8pPr lvl="7" algn="r" rtl="0">
              <a:buNone/>
              <a:defRPr sz="800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8pPr>
            <a:lvl9pPr lvl="8" algn="r" rtl="0">
              <a:buNone/>
              <a:defRPr sz="800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338" name="Google Shape;338;p31"/>
          <p:cNvSpPr txBox="1">
            <a:spLocks noGrp="1"/>
          </p:cNvSpPr>
          <p:nvPr>
            <p:ph type="body" idx="2"/>
          </p:nvPr>
        </p:nvSpPr>
        <p:spPr>
          <a:xfrm>
            <a:off x="720000" y="1236475"/>
            <a:ext cx="7704000" cy="28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>
                <a:latin typeface="源泉圓體 M" panose="020B0600000000000000" pitchFamily="34" charset="-120"/>
                <a:ea typeface="源泉圓體 M" panose="020B0600000000000000" pitchFamily="34" charset="-120"/>
              </a:defRPr>
            </a:lvl1pPr>
            <a:lvl2pPr marL="914400" lvl="1" indent="-32385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 dirty="0"/>
          </a:p>
        </p:txBody>
      </p:sp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EFEA52D3-AF8D-BD6A-5B2F-F5CA3C0638B2}"/>
              </a:ext>
            </a:extLst>
          </p:cNvPr>
          <p:cNvSpPr txBox="1">
            <a:spLocks/>
          </p:cNvSpPr>
          <p:nvPr userDrawn="1"/>
        </p:nvSpPr>
        <p:spPr>
          <a:xfrm>
            <a:off x="719949" y="4456325"/>
            <a:ext cx="1931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1" i="0" u="none" strike="noStrike" cap="none">
                <a:solidFill>
                  <a:schemeClr val="accent2"/>
                </a:solidFill>
                <a:latin typeface="源泉圓體 M" panose="020B0600000000000000" pitchFamily="34" charset="-120"/>
                <a:ea typeface="源泉圓體 M" panose="020B0600000000000000" pitchFamily="34" charset="-120"/>
                <a:cs typeface="源泉圓體 M" panose="020B0600000000000000" pitchFamily="34" charset="-120"/>
                <a:sym typeface="Varela"/>
              </a:defRPr>
            </a:lvl1pPr>
            <a:lvl2pPr marL="914400" marR="0" lvl="1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2pPr>
            <a:lvl3pPr marL="1371600" marR="0" lvl="2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3pPr>
            <a:lvl4pPr marL="1828800" marR="0" lvl="3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4pPr>
            <a:lvl5pPr marL="2286000" marR="0" lvl="4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5pPr>
            <a:lvl6pPr marL="2743200" marR="0" lvl="5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6pPr>
            <a:lvl7pPr marL="3200400" marR="0" lvl="6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7pPr>
            <a:lvl8pPr marL="3657600" marR="0" lvl="7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8pPr>
            <a:lvl9pPr marL="4114800" marR="0" lvl="8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9pPr>
          </a:lstStyle>
          <a:p>
            <a:fld id="{BEB8DA67-43CF-41B5-A2D3-10C2D6E4A7E4}" type="datetime1">
              <a:rPr lang="zh-TW" altLang="en-US" smtClean="0"/>
              <a:t>2023/9/3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7060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 userDrawn="1">
  <p:cSld name="Title and text 2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28"/>
          <p:cNvGrpSpPr/>
          <p:nvPr/>
        </p:nvGrpSpPr>
        <p:grpSpPr>
          <a:xfrm>
            <a:off x="-304804" y="-1322215"/>
            <a:ext cx="2718813" cy="7787916"/>
            <a:chOff x="-787479" y="-1322202"/>
            <a:chExt cx="2718813" cy="7787916"/>
          </a:xfrm>
        </p:grpSpPr>
        <p:sp>
          <p:nvSpPr>
            <p:cNvPr id="307" name="Google Shape;307;p28"/>
            <p:cNvSpPr/>
            <p:nvPr/>
          </p:nvSpPr>
          <p:spPr>
            <a:xfrm rot="-5400000" flipH="1">
              <a:off x="-3073159" y="1461221"/>
              <a:ext cx="7787916" cy="2221070"/>
            </a:xfrm>
            <a:custGeom>
              <a:avLst/>
              <a:gdLst/>
              <a:ahLst/>
              <a:cxnLst/>
              <a:rect l="l" t="t" r="r" b="b"/>
              <a:pathLst>
                <a:path w="148674" h="42401" extrusionOk="0">
                  <a:moveTo>
                    <a:pt x="1" y="0"/>
                  </a:moveTo>
                  <a:lnTo>
                    <a:pt x="1" y="27631"/>
                  </a:lnTo>
                  <a:cubicBezTo>
                    <a:pt x="3349" y="28915"/>
                    <a:pt x="7082" y="31481"/>
                    <a:pt x="9590" y="33620"/>
                  </a:cubicBezTo>
                  <a:cubicBezTo>
                    <a:pt x="14886" y="38135"/>
                    <a:pt x="22468" y="40864"/>
                    <a:pt x="30272" y="41882"/>
                  </a:cubicBezTo>
                  <a:cubicBezTo>
                    <a:pt x="33020" y="42239"/>
                    <a:pt x="35796" y="42400"/>
                    <a:pt x="38576" y="42400"/>
                  </a:cubicBezTo>
                  <a:cubicBezTo>
                    <a:pt x="43706" y="42400"/>
                    <a:pt x="48853" y="41852"/>
                    <a:pt x="53876" y="40982"/>
                  </a:cubicBezTo>
                  <a:cubicBezTo>
                    <a:pt x="59762" y="39964"/>
                    <a:pt x="65530" y="38503"/>
                    <a:pt x="70885" y="36364"/>
                  </a:cubicBezTo>
                  <a:cubicBezTo>
                    <a:pt x="77892" y="33591"/>
                    <a:pt x="84059" y="29726"/>
                    <a:pt x="90800" y="26554"/>
                  </a:cubicBezTo>
                  <a:cubicBezTo>
                    <a:pt x="100911" y="21818"/>
                    <a:pt x="111837" y="18607"/>
                    <a:pt x="123721" y="18607"/>
                  </a:cubicBezTo>
                  <a:cubicBezTo>
                    <a:pt x="131603" y="18607"/>
                    <a:pt x="139907" y="20020"/>
                    <a:pt x="148673" y="23338"/>
                  </a:cubicBezTo>
                  <a:lnTo>
                    <a:pt x="1486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8"/>
            <p:cNvSpPr/>
            <p:nvPr/>
          </p:nvSpPr>
          <p:spPr>
            <a:xfrm rot="-5400000" flipH="1">
              <a:off x="-3009878" y="900197"/>
              <a:ext cx="6706550" cy="2261752"/>
            </a:xfrm>
            <a:custGeom>
              <a:avLst/>
              <a:gdLst/>
              <a:ahLst/>
              <a:cxnLst/>
              <a:rect l="l" t="t" r="r" b="b"/>
              <a:pathLst>
                <a:path w="99696" h="33622" extrusionOk="0">
                  <a:moveTo>
                    <a:pt x="1" y="0"/>
                  </a:moveTo>
                  <a:lnTo>
                    <a:pt x="1" y="21907"/>
                  </a:lnTo>
                  <a:cubicBezTo>
                    <a:pt x="2243" y="22925"/>
                    <a:pt x="4751" y="24961"/>
                    <a:pt x="6433" y="26657"/>
                  </a:cubicBezTo>
                  <a:cubicBezTo>
                    <a:pt x="9988" y="30242"/>
                    <a:pt x="15063" y="32396"/>
                    <a:pt x="20314" y="33207"/>
                  </a:cubicBezTo>
                  <a:cubicBezTo>
                    <a:pt x="22159" y="33493"/>
                    <a:pt x="24024" y="33621"/>
                    <a:pt x="25892" y="33621"/>
                  </a:cubicBezTo>
                  <a:cubicBezTo>
                    <a:pt x="29328" y="33621"/>
                    <a:pt x="32775" y="33187"/>
                    <a:pt x="36129" y="32499"/>
                  </a:cubicBezTo>
                  <a:cubicBezTo>
                    <a:pt x="40068" y="31688"/>
                    <a:pt x="43947" y="30537"/>
                    <a:pt x="47532" y="28841"/>
                  </a:cubicBezTo>
                  <a:cubicBezTo>
                    <a:pt x="52238" y="26628"/>
                    <a:pt x="56369" y="23574"/>
                    <a:pt x="60883" y="21066"/>
                  </a:cubicBezTo>
                  <a:cubicBezTo>
                    <a:pt x="67672" y="17303"/>
                    <a:pt x="75005" y="14753"/>
                    <a:pt x="82979" y="14753"/>
                  </a:cubicBezTo>
                  <a:cubicBezTo>
                    <a:pt x="88261" y="14753"/>
                    <a:pt x="93824" y="15872"/>
                    <a:pt x="99696" y="18499"/>
                  </a:cubicBezTo>
                  <a:lnTo>
                    <a:pt x="996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9" name="Google Shape;309;p28"/>
          <p:cNvSpPr txBox="1">
            <a:spLocks noGrp="1"/>
          </p:cNvSpPr>
          <p:nvPr>
            <p:ph type="subTitle" idx="1"/>
          </p:nvPr>
        </p:nvSpPr>
        <p:spPr>
          <a:xfrm>
            <a:off x="4359769" y="2371225"/>
            <a:ext cx="3156900" cy="115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源泉圓體 M" panose="020B0600000000000000" pitchFamily="34" charset="-120"/>
                <a:ea typeface="源泉圓體 M" panose="020B0600000000000000" pitchFamily="34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 dirty="0"/>
          </a:p>
        </p:txBody>
      </p:sp>
      <p:sp>
        <p:nvSpPr>
          <p:cNvPr id="310" name="Google Shape;310;p28"/>
          <p:cNvSpPr txBox="1">
            <a:spLocks noGrp="1"/>
          </p:cNvSpPr>
          <p:nvPr>
            <p:ph type="title"/>
          </p:nvPr>
        </p:nvSpPr>
        <p:spPr>
          <a:xfrm>
            <a:off x="4359769" y="1063825"/>
            <a:ext cx="3156900" cy="11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源泉圓體 M" panose="020B0600000000000000" pitchFamily="34" charset="-120"/>
                <a:ea typeface="源泉圓體 M" panose="020B0600000000000000" pitchFamily="34" charset="-12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 dirty="0"/>
          </a:p>
        </p:txBody>
      </p:sp>
      <p:sp>
        <p:nvSpPr>
          <p:cNvPr id="311" name="Google Shape;311;p28"/>
          <p:cNvSpPr txBox="1">
            <a:spLocks noGrp="1"/>
          </p:cNvSpPr>
          <p:nvPr>
            <p:ph type="sldNum" idx="12"/>
          </p:nvPr>
        </p:nvSpPr>
        <p:spPr>
          <a:xfrm>
            <a:off x="7872051" y="4456325"/>
            <a:ext cx="552000" cy="15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2" name="Google Shape;312;p28"/>
          <p:cNvCxnSpPr/>
          <p:nvPr/>
        </p:nvCxnSpPr>
        <p:spPr>
          <a:xfrm>
            <a:off x="820500" y="4416985"/>
            <a:ext cx="75030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CF9EAE67-5FAF-1424-6E6A-E68F5080D28F}"/>
              </a:ext>
            </a:extLst>
          </p:cNvPr>
          <p:cNvSpPr txBox="1">
            <a:spLocks/>
          </p:cNvSpPr>
          <p:nvPr userDrawn="1"/>
        </p:nvSpPr>
        <p:spPr>
          <a:xfrm>
            <a:off x="719949" y="4456325"/>
            <a:ext cx="1931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1" i="0" u="none" strike="noStrike" cap="none">
                <a:solidFill>
                  <a:schemeClr val="accent2"/>
                </a:solidFill>
                <a:latin typeface="源泉圓體 M" panose="020B0600000000000000" pitchFamily="34" charset="-120"/>
                <a:ea typeface="源泉圓體 M" panose="020B0600000000000000" pitchFamily="34" charset="-120"/>
                <a:cs typeface="源泉圓體 M" panose="020B0600000000000000" pitchFamily="34" charset="-120"/>
                <a:sym typeface="Varela"/>
              </a:defRPr>
            </a:lvl1pPr>
            <a:lvl2pPr marL="914400" marR="0" lvl="1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2pPr>
            <a:lvl3pPr marL="1371600" marR="0" lvl="2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3pPr>
            <a:lvl4pPr marL="1828800" marR="0" lvl="3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4pPr>
            <a:lvl5pPr marL="2286000" marR="0" lvl="4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5pPr>
            <a:lvl6pPr marL="2743200" marR="0" lvl="5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6pPr>
            <a:lvl7pPr marL="3200400" marR="0" lvl="6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7pPr>
            <a:lvl8pPr marL="3657600" marR="0" lvl="7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8pPr>
            <a:lvl9pPr marL="4114800" marR="0" lvl="8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Varela"/>
              <a:buNone/>
              <a:defRPr sz="800" b="0" i="0" u="none" strike="noStrike" cap="none">
                <a:solidFill>
                  <a:schemeClr val="accent2"/>
                </a:solidFill>
                <a:latin typeface="Varela"/>
                <a:ea typeface="Varela"/>
                <a:cs typeface="Varela"/>
                <a:sym typeface="Varela"/>
              </a:defRPr>
            </a:lvl9pPr>
          </a:lstStyle>
          <a:p>
            <a:fld id="{BEB8DA67-43CF-41B5-A2D3-10C2D6E4A7E4}" type="datetime1">
              <a:rPr lang="zh-TW" altLang="en-US" smtClean="0"/>
              <a:t>2023/9/3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689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"/>
              <a:buNone/>
              <a:defRPr sz="30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●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○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■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●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○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■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●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○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Medium"/>
              <a:buChar char="■"/>
              <a:defRPr sz="1200">
                <a:solidFill>
                  <a:schemeClr val="dk1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75" r:id="rId4"/>
    <p:sldLayoutId id="2147483677" r:id="rId5"/>
    <p:sldLayoutId id="2147483678" r:id="rId6"/>
    <p:sldLayoutId id="2147483679" r:id="rId7"/>
    <p:sldLayoutId id="2147483683" r:id="rId8"/>
    <p:sldLayoutId id="2147483686" r:id="rId9"/>
    <p:sldLayoutId id="2147483687" r:id="rId10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hengweihu.com/kubernetes-tutorial-1-pod-node/#Kubernetes-%E5%9B%9B%E5%85%83%E4%BB%B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rtualbox.org/wiki/Download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minikube.sigs.k8s.io/docs/start/" TargetMode="External"/><Relationship Id="rId5" Type="http://schemas.openxmlformats.org/officeDocument/2006/relationships/hyperlink" Target="https://kubernetes.io/docs/tasks/tools/install-kubectl-windows/" TargetMode="External"/><Relationship Id="rId4" Type="http://schemas.openxmlformats.org/officeDocument/2006/relationships/hyperlink" Target="https://kubernetes.io/docs/tasks/tools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yahetw@gmail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linkedin.com/in/%E5%AD%AB%E6%9D%B0-%E5%BC%B5-766b79223/" TargetMode="External"/><Relationship Id="rId5" Type="http://schemas.openxmlformats.org/officeDocument/2006/relationships/hyperlink" Target="https://www.instagram.com/sunjie._/" TargetMode="External"/><Relationship Id="rId4" Type="http://schemas.openxmlformats.org/officeDocument/2006/relationships/hyperlink" Target="https://www.facebook.com/SunJieGa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7"/>
          <p:cNvSpPr txBox="1"/>
          <p:nvPr/>
        </p:nvSpPr>
        <p:spPr>
          <a:xfrm>
            <a:off x="283277" y="279100"/>
            <a:ext cx="2114816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zh-TW" sz="1000" dirty="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Kubernetes</a:t>
            </a:r>
            <a:endParaRPr sz="1000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99" name="Google Shape;599;p37"/>
          <p:cNvSpPr txBox="1"/>
          <p:nvPr/>
        </p:nvSpPr>
        <p:spPr>
          <a:xfrm>
            <a:off x="7040023" y="279100"/>
            <a:ext cx="18207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C7318FE8-2122-454A-84F6-9A7604D51205}" type="datetime1">
              <a:rPr lang="zh-TW" altLang="en-US" sz="1000" smtClean="0">
                <a:solidFill>
                  <a:schemeClr val="tx1">
                    <a:lumMod val="85000"/>
                    <a:lumOff val="15000"/>
                  </a:schemeClr>
                </a:solidFill>
                <a:latin typeface="Noto Sans"/>
                <a:ea typeface="Noto Sans"/>
                <a:cs typeface="Noto Sans"/>
                <a:sym typeface="Noto Sans"/>
              </a:rPr>
              <a:t>2023/9/3</a:t>
            </a:fld>
            <a:endParaRPr sz="1000" dirty="0">
              <a:solidFill>
                <a:schemeClr val="tx1">
                  <a:lumMod val="85000"/>
                  <a:lumOff val="15000"/>
                </a:schemeClr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02" name="Google Shape;602;p37"/>
          <p:cNvCxnSpPr/>
          <p:nvPr/>
        </p:nvCxnSpPr>
        <p:spPr>
          <a:xfrm>
            <a:off x="245850" y="3662025"/>
            <a:ext cx="866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副標題 2">
            <a:extLst>
              <a:ext uri="{FF2B5EF4-FFF2-40B4-BE49-F238E27FC236}">
                <a16:creationId xmlns:a16="http://schemas.microsoft.com/office/drawing/2014/main" id="{15B6C14C-EE5D-4A42-9A75-7042757253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Day01 - K8s</a:t>
            </a:r>
            <a:r>
              <a:rPr lang="zh-TW" altLang="en-US" dirty="0"/>
              <a:t>四元件以及安裝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0AB8A8B-D63D-4127-8DBD-D3D673895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113" y="1218025"/>
            <a:ext cx="2199773" cy="21997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" name="Google Shape;656;p43"/>
          <p:cNvGrpSpPr/>
          <p:nvPr/>
        </p:nvGrpSpPr>
        <p:grpSpPr>
          <a:xfrm flipH="1">
            <a:off x="7995434" y="3470229"/>
            <a:ext cx="1745978" cy="1725741"/>
            <a:chOff x="-178495" y="1708878"/>
            <a:chExt cx="1745978" cy="1725741"/>
          </a:xfrm>
        </p:grpSpPr>
        <p:sp>
          <p:nvSpPr>
            <p:cNvPr id="657" name="Google Shape;657;p43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3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3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標題 2">
            <a:extLst>
              <a:ext uri="{FF2B5EF4-FFF2-40B4-BE49-F238E27FC236}">
                <a16:creationId xmlns:a16="http://schemas.microsoft.com/office/drawing/2014/main" id="{B58B72E8-47B4-4BBA-A550-D59DBFD4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Kubernetes</a:t>
            </a:r>
            <a:r>
              <a:rPr lang="zh-TW" altLang="zh-TW" b="1" dirty="0"/>
              <a:t>（</a:t>
            </a:r>
            <a:r>
              <a:rPr lang="en-US" altLang="zh-TW" b="1" dirty="0"/>
              <a:t>K8S</a:t>
            </a:r>
            <a:r>
              <a:rPr lang="zh-TW" altLang="zh-TW" b="1" dirty="0"/>
              <a:t>）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D8AEF8E-753A-4FBC-8461-29B9A3638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6725" y="1505205"/>
            <a:ext cx="7704000" cy="2973926"/>
          </a:xfrm>
        </p:spPr>
        <p:txBody>
          <a:bodyPr/>
          <a:lstStyle/>
          <a:p>
            <a:pPr lvl="0" algn="l">
              <a:lnSpc>
                <a:spcPct val="200000"/>
              </a:lnSpc>
            </a:pPr>
            <a:r>
              <a:rPr lang="zh-TW" altLang="zh-TW" sz="1600" dirty="0"/>
              <a:t>同時部署多個容器到多台機器上（</a:t>
            </a:r>
            <a:r>
              <a:rPr lang="en-US" altLang="zh-TW" sz="1600" dirty="0"/>
              <a:t>Deployment</a:t>
            </a:r>
            <a:r>
              <a:rPr lang="zh-TW" altLang="zh-TW" sz="1600" dirty="0"/>
              <a:t>）</a:t>
            </a:r>
          </a:p>
          <a:p>
            <a:pPr lvl="0" algn="l">
              <a:lnSpc>
                <a:spcPct val="200000"/>
              </a:lnSpc>
            </a:pPr>
            <a:r>
              <a:rPr lang="zh-TW" altLang="zh-TW" sz="1600" dirty="0"/>
              <a:t>服務的乘載量有變化時，可以對容器做自動擴展（</a:t>
            </a:r>
            <a:r>
              <a:rPr lang="en-US" altLang="zh-TW" sz="1600" dirty="0"/>
              <a:t>Scaling</a:t>
            </a:r>
            <a:r>
              <a:rPr lang="zh-TW" altLang="zh-TW" sz="1600" dirty="0"/>
              <a:t>）</a:t>
            </a:r>
          </a:p>
          <a:p>
            <a:pPr lvl="0" algn="l">
              <a:lnSpc>
                <a:spcPct val="200000"/>
              </a:lnSpc>
            </a:pPr>
            <a:r>
              <a:rPr lang="zh-TW" altLang="zh-TW" sz="1600" dirty="0"/>
              <a:t>管理多個容器的狀態，自動偵測並重啟故障的容器（</a:t>
            </a:r>
            <a:r>
              <a:rPr lang="en-US" altLang="zh-TW" sz="1600" dirty="0"/>
              <a:t>Management</a:t>
            </a:r>
            <a:r>
              <a:rPr lang="zh-TW" altLang="zh-TW" sz="1600" dirty="0"/>
              <a:t>）</a:t>
            </a:r>
            <a:endParaRPr lang="en-US" altLang="zh-TW" sz="1600" dirty="0"/>
          </a:p>
          <a:p>
            <a:pPr marL="152400" lvl="0" indent="0" algn="l">
              <a:lnSpc>
                <a:spcPct val="200000"/>
              </a:lnSpc>
              <a:buNone/>
            </a:pPr>
            <a:endParaRPr lang="en-US" altLang="zh-TW" sz="1600" dirty="0"/>
          </a:p>
          <a:p>
            <a:pPr marL="152400" indent="0" algn="l">
              <a:lnSpc>
                <a:spcPct val="200000"/>
              </a:lnSpc>
              <a:buNone/>
            </a:pPr>
            <a:r>
              <a:rPr lang="en-US" altLang="zh-TW" dirty="0"/>
              <a:t>2022</a:t>
            </a:r>
            <a:r>
              <a:rPr lang="zh-TW" altLang="zh-TW" dirty="0"/>
              <a:t>趨勢：</a:t>
            </a:r>
            <a:r>
              <a:rPr lang="en-US" altLang="zh-TW" dirty="0"/>
              <a:t>https://cloudnative.to/blog/container-insights-2022/</a:t>
            </a:r>
            <a:endParaRPr lang="zh-TW" altLang="zh-TW" sz="1600" dirty="0"/>
          </a:p>
          <a:p>
            <a:pPr algn="l">
              <a:lnSpc>
                <a:spcPct val="200000"/>
              </a:lnSpc>
            </a:pPr>
            <a:endParaRPr lang="zh-TW" alt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570FD233-AA77-4A5B-96A5-03C51467D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2875" y="1172886"/>
            <a:ext cx="7704000" cy="3575595"/>
          </a:xfrm>
        </p:spPr>
        <p:txBody>
          <a:bodyPr/>
          <a:lstStyle/>
          <a:p>
            <a:pPr marL="152400" indent="0" algn="l">
              <a:lnSpc>
                <a:spcPct val="150000"/>
              </a:lnSpc>
              <a:buNone/>
            </a:pPr>
            <a:r>
              <a:rPr lang="en-US" altLang="zh-TW" sz="1400" b="1" dirty="0"/>
              <a:t>Pod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1400" dirty="0"/>
              <a:t>K8s </a:t>
            </a:r>
            <a:r>
              <a:rPr lang="zh-TW" altLang="en-US" sz="1400" dirty="0"/>
              <a:t>的最小單位</a:t>
            </a:r>
            <a:endParaRPr lang="en-US" altLang="zh-TW" sz="1400" dirty="0"/>
          </a:p>
          <a:p>
            <a:pPr marL="152400" indent="0" algn="l">
              <a:lnSpc>
                <a:spcPct val="150000"/>
              </a:lnSpc>
              <a:buNone/>
            </a:pPr>
            <a:r>
              <a:rPr lang="en-US" altLang="zh-TW" sz="1400" b="1" dirty="0"/>
              <a:t>Worker Node(Worker)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1400" dirty="0"/>
              <a:t>K8s </a:t>
            </a:r>
            <a:r>
              <a:rPr lang="zh-TW" altLang="en-US" sz="1400" dirty="0"/>
              <a:t>的最小硬體單位</a:t>
            </a:r>
            <a:endParaRPr lang="en-US" altLang="zh-TW" sz="1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1400" dirty="0"/>
              <a:t>一個</a:t>
            </a:r>
            <a:r>
              <a:rPr lang="en-US" altLang="zh-TW" sz="1400" dirty="0"/>
              <a:t>Worker Node</a:t>
            </a:r>
            <a:r>
              <a:rPr lang="zh-TW" altLang="en-US" sz="1400" dirty="0"/>
              <a:t>對應到一台機器，如筆電、虛擬機或是電腦</a:t>
            </a:r>
            <a:endParaRPr lang="en-US" altLang="zh-TW" sz="1400" dirty="0"/>
          </a:p>
          <a:p>
            <a:pPr marL="152400" indent="0" algn="l">
              <a:lnSpc>
                <a:spcPct val="150000"/>
              </a:lnSpc>
              <a:buNone/>
            </a:pPr>
            <a:r>
              <a:rPr lang="en-US" altLang="zh-TW" sz="1400" b="1" dirty="0"/>
              <a:t>Master Node(Master)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1400" dirty="0"/>
              <a:t>K8s </a:t>
            </a:r>
            <a:r>
              <a:rPr lang="zh-TW" altLang="en-US" sz="1400" dirty="0"/>
              <a:t>的指揮中心</a:t>
            </a:r>
            <a:endParaRPr lang="en-US" altLang="zh-TW" sz="1400" dirty="0"/>
          </a:p>
          <a:p>
            <a:pPr marL="152400" indent="0" algn="l">
              <a:lnSpc>
                <a:spcPct val="150000"/>
              </a:lnSpc>
              <a:buNone/>
            </a:pPr>
            <a:r>
              <a:rPr lang="en-US" altLang="zh-TW" sz="1400" b="1" dirty="0"/>
              <a:t>Cluster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TW" sz="1400" dirty="0"/>
              <a:t>K8s </a:t>
            </a:r>
            <a:r>
              <a:rPr lang="zh-TW" altLang="en-US" sz="1400" dirty="0"/>
              <a:t>中多個 </a:t>
            </a:r>
            <a:r>
              <a:rPr lang="en-US" altLang="zh-TW" sz="1400" dirty="0"/>
              <a:t>Node </a:t>
            </a:r>
            <a:r>
              <a:rPr lang="zh-TW" altLang="en-US" sz="1400" dirty="0"/>
              <a:t>與 </a:t>
            </a:r>
            <a:r>
              <a:rPr lang="en-US" altLang="zh-TW" sz="1400" dirty="0"/>
              <a:t>Master </a:t>
            </a:r>
            <a:r>
              <a:rPr lang="zh-TW" altLang="en-US" sz="1400" dirty="0"/>
              <a:t>的集合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A170EFB-407A-44C9-8AC6-6BC9F1AF3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K8S 4</a:t>
            </a:r>
            <a:r>
              <a:rPr lang="zh-TW" altLang="en-US" b="1" dirty="0"/>
              <a:t> </a:t>
            </a:r>
            <a:r>
              <a:rPr lang="en-US" altLang="zh-TW" b="1" dirty="0"/>
              <a:t>Components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7CB1392-E4C2-41FC-9CE4-6125B415AA6A}"/>
              </a:ext>
            </a:extLst>
          </p:cNvPr>
          <p:cNvSpPr txBox="1"/>
          <p:nvPr/>
        </p:nvSpPr>
        <p:spPr>
          <a:xfrm>
            <a:off x="478631" y="4594592"/>
            <a:ext cx="7308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參考資料：</a:t>
            </a:r>
            <a:r>
              <a:rPr lang="en-US" altLang="zh-TW" sz="1200" dirty="0">
                <a:hlinkClick r:id="rId3"/>
              </a:rPr>
              <a:t> Kubernetes </a:t>
            </a:r>
            <a:r>
              <a:rPr lang="zh-TW" altLang="en-US" sz="1200" dirty="0">
                <a:hlinkClick r:id="rId3"/>
              </a:rPr>
              <a:t>基礎教學（一）原理介紹 </a:t>
            </a:r>
            <a:r>
              <a:rPr lang="en-US" altLang="zh-TW" sz="1200" dirty="0">
                <a:hlinkClick r:id="rId3"/>
              </a:rPr>
              <a:t>| Cheng-Wei Hu (chengweihu.com)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5078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6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TW" dirty="0"/>
              <a:t>K8s </a:t>
            </a:r>
            <a:r>
              <a:rPr lang="zh-TW" altLang="en-US" dirty="0"/>
              <a:t> </a:t>
            </a:r>
            <a:r>
              <a:rPr lang="en-US" altLang="zh-TW" dirty="0"/>
              <a:t>Install</a:t>
            </a:r>
            <a:endParaRPr lang="en-US" dirty="0"/>
          </a:p>
        </p:txBody>
      </p:sp>
      <p:grpSp>
        <p:nvGrpSpPr>
          <p:cNvPr id="1102" name="Google Shape;1102;p66"/>
          <p:cNvGrpSpPr/>
          <p:nvPr/>
        </p:nvGrpSpPr>
        <p:grpSpPr>
          <a:xfrm flipH="1">
            <a:off x="7935036" y="-384178"/>
            <a:ext cx="1745978" cy="1725741"/>
            <a:chOff x="-178495" y="1708878"/>
            <a:chExt cx="1745978" cy="1725741"/>
          </a:xfrm>
        </p:grpSpPr>
        <p:sp>
          <p:nvSpPr>
            <p:cNvPr id="1103" name="Google Shape;1103;p66"/>
            <p:cNvSpPr/>
            <p:nvPr/>
          </p:nvSpPr>
          <p:spPr>
            <a:xfrm rot="2700000">
              <a:off x="26589" y="2239302"/>
              <a:ext cx="990232" cy="990232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66"/>
            <p:cNvSpPr/>
            <p:nvPr/>
          </p:nvSpPr>
          <p:spPr>
            <a:xfrm rot="2697707">
              <a:off x="1082229" y="3031539"/>
              <a:ext cx="317986" cy="31798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66"/>
            <p:cNvSpPr/>
            <p:nvPr/>
          </p:nvSpPr>
          <p:spPr>
            <a:xfrm rot="2701411">
              <a:off x="943450" y="1815945"/>
              <a:ext cx="516966" cy="51696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A016E308-D7AF-41EB-A77E-9AE1145FB380}"/>
              </a:ext>
            </a:extLst>
          </p:cNvPr>
          <p:cNvSpPr/>
          <p:nvPr/>
        </p:nvSpPr>
        <p:spPr>
          <a:xfrm>
            <a:off x="1005657" y="971031"/>
            <a:ext cx="6858000" cy="3241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altLang="zh-TW" sz="1800" b="1" kern="2600" dirty="0">
                <a:latin typeface="GenSenRounded JP M" panose="020B0600000000000000" pitchFamily="34" charset="-128"/>
                <a:ea typeface="GenSenRounded JP M" panose="020B0600000000000000" pitchFamily="34" charset="-128"/>
                <a:cs typeface="Times New Roman" panose="02020603050405020304" pitchFamily="18" charset="0"/>
              </a:rPr>
              <a:t>VirtualBox(</a:t>
            </a:r>
            <a:r>
              <a:rPr lang="zh-TW" altLang="zh-TW" sz="1800" b="1" kern="2600" dirty="0">
                <a:latin typeface="GenSenRounded JP M" panose="020B0600000000000000" pitchFamily="34" charset="-128"/>
                <a:ea typeface="GenSenRounded JP M" panose="020B0600000000000000" pitchFamily="34" charset="-128"/>
                <a:cs typeface="Times New Roman" panose="02020603050405020304" pitchFamily="18" charset="0"/>
              </a:rPr>
              <a:t>前置</a:t>
            </a:r>
            <a:r>
              <a:rPr lang="en-US" altLang="zh-TW" sz="1800" b="1" kern="2600" dirty="0">
                <a:latin typeface="GenSenRounded JP M" panose="020B0600000000000000" pitchFamily="34" charset="-128"/>
                <a:ea typeface="GenSenRounded JP M" panose="020B0600000000000000" pitchFamily="34" charset="-128"/>
                <a:cs typeface="Times New Roman" panose="02020603050405020304" pitchFamily="18" charset="0"/>
              </a:rPr>
              <a:t>)</a:t>
            </a:r>
            <a:endParaRPr lang="zh-TW" altLang="zh-TW" sz="1800" b="1" kern="2600" dirty="0">
              <a:latin typeface="GenSenRounded JP M" panose="020B0600000000000000" pitchFamily="34" charset="-128"/>
              <a:ea typeface="GenSenRounded JP M" panose="020B0600000000000000" pitchFamily="34" charset="-128"/>
              <a:cs typeface="Times New Roman" panose="02020603050405020304" pitchFamily="18" charset="0"/>
            </a:endParaRPr>
          </a:p>
          <a:p>
            <a:pPr marL="548640" lvl="5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200" u="sng" kern="100" dirty="0">
                <a:solidFill>
                  <a:srgbClr val="0000FF"/>
                </a:solidFill>
                <a:latin typeface="GenSenRounded JP M" panose="020B0600000000000000" pitchFamily="34" charset="-128"/>
                <a:ea typeface="GenSenRounded JP M" panose="020B0600000000000000" pitchFamily="34" charset="-128"/>
                <a:cs typeface="Times New Roman" panose="02020603050405020304" pitchFamily="18" charset="0"/>
                <a:hlinkClick r:id="rId3"/>
              </a:rPr>
              <a:t>Downloads – Oracle VM VirtualBox</a:t>
            </a:r>
            <a:endParaRPr lang="en-US" altLang="zh-TW" sz="1000" u="sng" kern="100" dirty="0">
              <a:solidFill>
                <a:srgbClr val="0000FF"/>
              </a:solidFill>
              <a:latin typeface="GenSenRounded JP M" panose="020B0600000000000000" pitchFamily="34" charset="-128"/>
              <a:ea typeface="GenSenRounded JP M" panose="020B06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TW" sz="1600" b="1" kern="100" dirty="0" err="1">
                <a:latin typeface="GenSenRounded JP M" panose="020B0600000000000000" pitchFamily="34" charset="-128"/>
                <a:ea typeface="GenSenRounded JP M" panose="020B0600000000000000" pitchFamily="34" charset="-128"/>
                <a:cs typeface="Times New Roman" panose="02020603050405020304" pitchFamily="18" charset="0"/>
              </a:rPr>
              <a:t>kubectl</a:t>
            </a:r>
            <a:endParaRPr lang="zh-TW" altLang="zh-TW" sz="1600" b="1" kern="100" dirty="0">
              <a:latin typeface="GenSenRounded JP M" panose="020B0600000000000000" pitchFamily="34" charset="-128"/>
              <a:ea typeface="GenSenRounded JP M" panose="020B0600000000000000" pitchFamily="34" charset="-128"/>
              <a:cs typeface="Times New Roman" panose="02020603050405020304" pitchFamily="18" charset="0"/>
            </a:endParaRPr>
          </a:p>
          <a:p>
            <a:pPr marL="54864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200" u="sng" kern="100" dirty="0">
                <a:solidFill>
                  <a:srgbClr val="0000FF"/>
                </a:solidFill>
                <a:latin typeface="GenSenRounded JP M" panose="020B0600000000000000" pitchFamily="34" charset="-128"/>
                <a:ea typeface="GenSenRounded JP M" panose="020B0600000000000000" pitchFamily="34" charset="-128"/>
                <a:cs typeface="Times New Roman" panose="02020603050405020304" pitchFamily="18" charset="0"/>
                <a:hlinkClick r:id="rId4"/>
              </a:rPr>
              <a:t>Install Tools | Kubernetes</a:t>
            </a:r>
            <a:endParaRPr lang="zh-TW" altLang="zh-TW" sz="1200" kern="100" dirty="0">
              <a:latin typeface="GenSenRounded JP M" panose="020B0600000000000000" pitchFamily="34" charset="-128"/>
              <a:ea typeface="GenSenRounded JP M" panose="020B0600000000000000" pitchFamily="34" charset="-128"/>
              <a:cs typeface="Times New Roman" panose="02020603050405020304" pitchFamily="18" charset="0"/>
            </a:endParaRPr>
          </a:p>
          <a:p>
            <a:pPr marL="54864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200" kern="100" dirty="0">
                <a:latin typeface="GenSenRounded JP M" panose="020B0600000000000000" pitchFamily="34" charset="-128"/>
                <a:ea typeface="GenSenRounded JP M" panose="020B0600000000000000" pitchFamily="34" charset="-128"/>
                <a:cs typeface="Times New Roman" panose="02020603050405020304" pitchFamily="18" charset="0"/>
              </a:rPr>
              <a:t>Windows:  </a:t>
            </a:r>
            <a:r>
              <a:rPr lang="en-US" altLang="zh-TW" sz="1200" u="sng" kern="100" dirty="0">
                <a:solidFill>
                  <a:srgbClr val="0000FF"/>
                </a:solidFill>
                <a:latin typeface="GenSenRounded JP M" panose="020B0600000000000000" pitchFamily="34" charset="-128"/>
                <a:ea typeface="GenSenRounded JP M" panose="020B0600000000000000" pitchFamily="34" charset="-128"/>
                <a:cs typeface="Times New Roman" panose="02020603050405020304" pitchFamily="18" charset="0"/>
                <a:hlinkClick r:id="rId5"/>
              </a:rPr>
              <a:t>Install and Set Up </a:t>
            </a:r>
            <a:r>
              <a:rPr lang="en-US" altLang="zh-TW" sz="1200" u="sng" kern="100" dirty="0" err="1">
                <a:solidFill>
                  <a:srgbClr val="0000FF"/>
                </a:solidFill>
                <a:latin typeface="GenSenRounded JP M" panose="020B0600000000000000" pitchFamily="34" charset="-128"/>
                <a:ea typeface="GenSenRounded JP M" panose="020B0600000000000000" pitchFamily="34" charset="-128"/>
                <a:cs typeface="Times New Roman" panose="02020603050405020304" pitchFamily="18" charset="0"/>
                <a:hlinkClick r:id="rId5"/>
              </a:rPr>
              <a:t>kubectl</a:t>
            </a:r>
            <a:r>
              <a:rPr lang="en-US" altLang="zh-TW" sz="1200" u="sng" kern="100" dirty="0">
                <a:solidFill>
                  <a:srgbClr val="0000FF"/>
                </a:solidFill>
                <a:latin typeface="GenSenRounded JP M" panose="020B0600000000000000" pitchFamily="34" charset="-128"/>
                <a:ea typeface="GenSenRounded JP M" panose="020B0600000000000000" pitchFamily="34" charset="-128"/>
                <a:cs typeface="Times New Roman" panose="02020603050405020304" pitchFamily="18" charset="0"/>
                <a:hlinkClick r:id="rId5"/>
              </a:rPr>
              <a:t> on Windows | Kubernetes</a:t>
            </a:r>
            <a:endParaRPr lang="zh-TW" altLang="zh-TW" sz="1200" kern="100" dirty="0">
              <a:latin typeface="GenSenRounded JP M" panose="020B0600000000000000" pitchFamily="34" charset="-128"/>
              <a:ea typeface="GenSenRounded JP M" panose="020B0600000000000000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TW" sz="1600" b="1" kern="100" dirty="0" err="1">
                <a:latin typeface="GenSenRounded JP M" panose="020B0600000000000000" pitchFamily="34" charset="-128"/>
                <a:ea typeface="GenSenRounded JP M" panose="020B0600000000000000" pitchFamily="34" charset="-128"/>
                <a:cs typeface="Times New Roman" panose="02020603050405020304" pitchFamily="18" charset="0"/>
              </a:rPr>
              <a:t>minikube</a:t>
            </a:r>
            <a:endParaRPr lang="zh-TW" altLang="zh-TW" sz="1600" b="1" kern="100" dirty="0">
              <a:latin typeface="GenSenRounded JP M" panose="020B0600000000000000" pitchFamily="34" charset="-128"/>
              <a:ea typeface="GenSenRounded JP M" panose="020B0600000000000000" pitchFamily="34" charset="-128"/>
              <a:cs typeface="Times New Roman" panose="02020603050405020304" pitchFamily="18" charset="0"/>
            </a:endParaRPr>
          </a:p>
          <a:p>
            <a:pPr marL="54864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200" u="sng" kern="100" dirty="0" err="1">
                <a:solidFill>
                  <a:srgbClr val="0000FF"/>
                </a:solidFill>
                <a:latin typeface="GenSenRounded JP M" panose="020B0600000000000000" pitchFamily="34" charset="-128"/>
                <a:ea typeface="GenSenRounded JP M" panose="020B0600000000000000" pitchFamily="34" charset="-128"/>
                <a:cs typeface="Times New Roman" panose="02020603050405020304" pitchFamily="18" charset="0"/>
                <a:hlinkClick r:id="rId6"/>
              </a:rPr>
              <a:t>minikube</a:t>
            </a:r>
            <a:r>
              <a:rPr lang="en-US" altLang="zh-TW" sz="1200" u="sng" kern="100" dirty="0">
                <a:solidFill>
                  <a:srgbClr val="0000FF"/>
                </a:solidFill>
                <a:latin typeface="GenSenRounded JP M" panose="020B0600000000000000" pitchFamily="34" charset="-128"/>
                <a:ea typeface="GenSenRounded JP M" panose="020B0600000000000000" pitchFamily="34" charset="-128"/>
                <a:cs typeface="Times New Roman" panose="02020603050405020304" pitchFamily="18" charset="0"/>
                <a:hlinkClick r:id="rId6"/>
              </a:rPr>
              <a:t> start | </a:t>
            </a:r>
            <a:r>
              <a:rPr lang="en-US" altLang="zh-TW" sz="1200" u="sng" kern="100" dirty="0" err="1">
                <a:solidFill>
                  <a:srgbClr val="0000FF"/>
                </a:solidFill>
                <a:latin typeface="GenSenRounded JP M" panose="020B0600000000000000" pitchFamily="34" charset="-128"/>
                <a:ea typeface="GenSenRounded JP M" panose="020B0600000000000000" pitchFamily="34" charset="-128"/>
                <a:cs typeface="Times New Roman" panose="02020603050405020304" pitchFamily="18" charset="0"/>
                <a:hlinkClick r:id="rId6"/>
              </a:rPr>
              <a:t>minikube</a:t>
            </a:r>
            <a:r>
              <a:rPr lang="en-US" altLang="zh-TW" sz="1200" u="sng" kern="100" dirty="0">
                <a:solidFill>
                  <a:srgbClr val="0000FF"/>
                </a:solidFill>
                <a:latin typeface="GenSenRounded JP M" panose="020B0600000000000000" pitchFamily="34" charset="-128"/>
                <a:ea typeface="GenSenRounded JP M" panose="020B0600000000000000" pitchFamily="34" charset="-128"/>
                <a:cs typeface="Times New Roman" panose="02020603050405020304" pitchFamily="18" charset="0"/>
                <a:hlinkClick r:id="rId6"/>
              </a:rPr>
              <a:t> (k8s.io)</a:t>
            </a:r>
            <a:endParaRPr lang="zh-TW" altLang="zh-TW" sz="1200" kern="100" dirty="0">
              <a:latin typeface="GenSenRounded JP M" panose="020B0600000000000000" pitchFamily="34" charset="-128"/>
              <a:ea typeface="GenSenRounded JP M" panose="020B0600000000000000" pitchFamily="34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EDAE162D-B450-4341-ABAC-D037A5D84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C4D50B1-358F-491E-9FFB-13065D14E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K8s </a:t>
            </a:r>
            <a:r>
              <a:rPr lang="zh-TW" altLang="en-US" dirty="0"/>
              <a:t> 安裝步驟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E129ED4-742D-46F6-B9D9-8F4FB6CDA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588" y="0"/>
            <a:ext cx="819766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389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12AFDC9B-9B27-4425-84DB-513554A18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4ECC14D-72FF-4CCE-A23F-B3578BD0D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C457D38-4D93-42DD-A56B-9900D5E6C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8475"/>
            <a:ext cx="9144000" cy="194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85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71"/>
          <p:cNvSpPr txBox="1">
            <a:spLocks noGrp="1"/>
          </p:cNvSpPr>
          <p:nvPr>
            <p:ph type="title"/>
          </p:nvPr>
        </p:nvSpPr>
        <p:spPr>
          <a:xfrm>
            <a:off x="2347950" y="113763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1260" name="Google Shape;1260;p71"/>
          <p:cNvSpPr txBox="1">
            <a:spLocks noGrp="1"/>
          </p:cNvSpPr>
          <p:nvPr>
            <p:ph type="subTitle" idx="1"/>
          </p:nvPr>
        </p:nvSpPr>
        <p:spPr>
          <a:xfrm>
            <a:off x="2347912" y="219633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Do you have any questions?</a:t>
            </a:r>
            <a:endParaRPr sz="1600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linkClick r:id="rId3"/>
              </a:rPr>
              <a:t>yahetw@gmail.com</a:t>
            </a:r>
            <a:endParaRPr lang="en" dirty="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+886 0909780845</a:t>
            </a:r>
            <a:endParaRPr dirty="0"/>
          </a:p>
        </p:txBody>
      </p:sp>
      <p:sp>
        <p:nvSpPr>
          <p:cNvPr id="1262" name="Google Shape;1262;p71"/>
          <p:cNvSpPr txBox="1"/>
          <p:nvPr/>
        </p:nvSpPr>
        <p:spPr>
          <a:xfrm>
            <a:off x="282607" y="268232"/>
            <a:ext cx="2386166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3" name="Google Shape;1263;p71"/>
          <p:cNvSpPr txBox="1"/>
          <p:nvPr/>
        </p:nvSpPr>
        <p:spPr>
          <a:xfrm>
            <a:off x="7040693" y="268232"/>
            <a:ext cx="18207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F824A7D9-0D86-45DB-965B-338D7E1EE6D6}" type="datetime1">
              <a:rPr lang="zh-TW" altLang="en-US" sz="1000" smtClean="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2023/9/3</a:t>
            </a:fld>
            <a:endParaRPr sz="1000" dirty="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BF4D846C-A90D-73B6-A09C-45E9B4E9829E}"/>
              </a:ext>
            </a:extLst>
          </p:cNvPr>
          <p:cNvGrpSpPr/>
          <p:nvPr/>
        </p:nvGrpSpPr>
        <p:grpSpPr>
          <a:xfrm>
            <a:off x="3949692" y="3390455"/>
            <a:ext cx="1244617" cy="346056"/>
            <a:chOff x="3725170" y="3390455"/>
            <a:chExt cx="1244617" cy="346056"/>
          </a:xfrm>
        </p:grpSpPr>
        <p:sp>
          <p:nvSpPr>
            <p:cNvPr id="1264" name="Google Shape;1264;p71">
              <a:hlinkClick r:id="rId4"/>
            </p:cNvPr>
            <p:cNvSpPr/>
            <p:nvPr/>
          </p:nvSpPr>
          <p:spPr>
            <a:xfrm>
              <a:off x="3725170" y="3390455"/>
              <a:ext cx="345674" cy="346056"/>
            </a:xfrm>
            <a:custGeom>
              <a:avLst/>
              <a:gdLst/>
              <a:ahLst/>
              <a:cxnLst/>
              <a:rect l="l" t="t" r="r" b="b"/>
              <a:pathLst>
                <a:path w="10860" h="10872" extrusionOk="0">
                  <a:moveTo>
                    <a:pt x="5430" y="1"/>
                  </a:moveTo>
                  <a:cubicBezTo>
                    <a:pt x="3990" y="1"/>
                    <a:pt x="2608" y="560"/>
                    <a:pt x="1596" y="1584"/>
                  </a:cubicBezTo>
                  <a:cubicBezTo>
                    <a:pt x="561" y="2620"/>
                    <a:pt x="1" y="3989"/>
                    <a:pt x="1" y="5430"/>
                  </a:cubicBezTo>
                  <a:cubicBezTo>
                    <a:pt x="1" y="6561"/>
                    <a:pt x="346" y="7645"/>
                    <a:pt x="1001" y="8573"/>
                  </a:cubicBezTo>
                  <a:cubicBezTo>
                    <a:pt x="1632" y="9466"/>
                    <a:pt x="2513" y="10145"/>
                    <a:pt x="3537" y="10538"/>
                  </a:cubicBezTo>
                  <a:cubicBezTo>
                    <a:pt x="3559" y="10544"/>
                    <a:pt x="3579" y="10547"/>
                    <a:pt x="3599" y="10547"/>
                  </a:cubicBezTo>
                  <a:cubicBezTo>
                    <a:pt x="3656" y="10547"/>
                    <a:pt x="3704" y="10522"/>
                    <a:pt x="3740" y="10478"/>
                  </a:cubicBezTo>
                  <a:cubicBezTo>
                    <a:pt x="3763" y="10443"/>
                    <a:pt x="3763" y="10395"/>
                    <a:pt x="3763" y="10371"/>
                  </a:cubicBezTo>
                  <a:lnTo>
                    <a:pt x="3763" y="7275"/>
                  </a:lnTo>
                  <a:cubicBezTo>
                    <a:pt x="3763" y="7180"/>
                    <a:pt x="3692" y="7097"/>
                    <a:pt x="3585" y="7097"/>
                  </a:cubicBezTo>
                  <a:lnTo>
                    <a:pt x="2156" y="7097"/>
                  </a:lnTo>
                  <a:lnTo>
                    <a:pt x="2156" y="5835"/>
                  </a:lnTo>
                  <a:lnTo>
                    <a:pt x="3585" y="5835"/>
                  </a:lnTo>
                  <a:cubicBezTo>
                    <a:pt x="3680" y="5835"/>
                    <a:pt x="3763" y="5751"/>
                    <a:pt x="3763" y="5656"/>
                  </a:cubicBezTo>
                  <a:lnTo>
                    <a:pt x="3763" y="5430"/>
                  </a:lnTo>
                  <a:cubicBezTo>
                    <a:pt x="3763" y="3942"/>
                    <a:pt x="5180" y="2632"/>
                    <a:pt x="6799" y="2632"/>
                  </a:cubicBezTo>
                  <a:lnTo>
                    <a:pt x="7550" y="2632"/>
                  </a:lnTo>
                  <a:lnTo>
                    <a:pt x="7550" y="3894"/>
                  </a:lnTo>
                  <a:lnTo>
                    <a:pt x="6799" y="3894"/>
                  </a:lnTo>
                  <a:cubicBezTo>
                    <a:pt x="6311" y="3894"/>
                    <a:pt x="5883" y="4025"/>
                    <a:pt x="5561" y="4287"/>
                  </a:cubicBezTo>
                  <a:cubicBezTo>
                    <a:pt x="5228" y="4561"/>
                    <a:pt x="5025" y="4966"/>
                    <a:pt x="5025" y="5430"/>
                  </a:cubicBezTo>
                  <a:lnTo>
                    <a:pt x="5025" y="5656"/>
                  </a:lnTo>
                  <a:cubicBezTo>
                    <a:pt x="5025" y="5740"/>
                    <a:pt x="5109" y="5835"/>
                    <a:pt x="5204" y="5835"/>
                  </a:cubicBezTo>
                  <a:lnTo>
                    <a:pt x="5883" y="5835"/>
                  </a:lnTo>
                  <a:cubicBezTo>
                    <a:pt x="5966" y="5835"/>
                    <a:pt x="6061" y="5751"/>
                    <a:pt x="6061" y="5656"/>
                  </a:cubicBezTo>
                  <a:cubicBezTo>
                    <a:pt x="6061" y="5561"/>
                    <a:pt x="5978" y="5478"/>
                    <a:pt x="5883" y="5478"/>
                  </a:cubicBezTo>
                  <a:lnTo>
                    <a:pt x="5371" y="5478"/>
                  </a:lnTo>
                  <a:lnTo>
                    <a:pt x="5371" y="5418"/>
                  </a:lnTo>
                  <a:cubicBezTo>
                    <a:pt x="5371" y="4525"/>
                    <a:pt x="6145" y="4204"/>
                    <a:pt x="6799" y="4204"/>
                  </a:cubicBezTo>
                  <a:lnTo>
                    <a:pt x="7704" y="4204"/>
                  </a:lnTo>
                  <a:cubicBezTo>
                    <a:pt x="7800" y="4204"/>
                    <a:pt x="7883" y="4132"/>
                    <a:pt x="7883" y="4025"/>
                  </a:cubicBezTo>
                  <a:lnTo>
                    <a:pt x="7883" y="2418"/>
                  </a:lnTo>
                  <a:cubicBezTo>
                    <a:pt x="7883" y="2334"/>
                    <a:pt x="7811" y="2239"/>
                    <a:pt x="7704" y="2239"/>
                  </a:cubicBezTo>
                  <a:lnTo>
                    <a:pt x="6799" y="2239"/>
                  </a:lnTo>
                  <a:cubicBezTo>
                    <a:pt x="5966" y="2239"/>
                    <a:pt x="5121" y="2572"/>
                    <a:pt x="4466" y="3156"/>
                  </a:cubicBezTo>
                  <a:cubicBezTo>
                    <a:pt x="3799" y="3763"/>
                    <a:pt x="3418" y="4549"/>
                    <a:pt x="3418" y="5382"/>
                  </a:cubicBezTo>
                  <a:lnTo>
                    <a:pt x="3418" y="5442"/>
                  </a:lnTo>
                  <a:lnTo>
                    <a:pt x="1989" y="5442"/>
                  </a:lnTo>
                  <a:cubicBezTo>
                    <a:pt x="1906" y="5442"/>
                    <a:pt x="1811" y="5513"/>
                    <a:pt x="1811" y="5620"/>
                  </a:cubicBezTo>
                  <a:lnTo>
                    <a:pt x="1811" y="7228"/>
                  </a:lnTo>
                  <a:cubicBezTo>
                    <a:pt x="1811" y="7323"/>
                    <a:pt x="1894" y="7406"/>
                    <a:pt x="1989" y="7406"/>
                  </a:cubicBezTo>
                  <a:lnTo>
                    <a:pt x="3418" y="7406"/>
                  </a:lnTo>
                  <a:lnTo>
                    <a:pt x="3418" y="10085"/>
                  </a:lnTo>
                  <a:cubicBezTo>
                    <a:pt x="1561" y="9300"/>
                    <a:pt x="346" y="7442"/>
                    <a:pt x="346" y="5418"/>
                  </a:cubicBezTo>
                  <a:cubicBezTo>
                    <a:pt x="346" y="2596"/>
                    <a:pt x="2620" y="322"/>
                    <a:pt x="5430" y="322"/>
                  </a:cubicBezTo>
                  <a:cubicBezTo>
                    <a:pt x="8228" y="322"/>
                    <a:pt x="10526" y="2620"/>
                    <a:pt x="10526" y="5418"/>
                  </a:cubicBezTo>
                  <a:cubicBezTo>
                    <a:pt x="10526" y="8228"/>
                    <a:pt x="8240" y="10502"/>
                    <a:pt x="5430" y="10502"/>
                  </a:cubicBezTo>
                  <a:lnTo>
                    <a:pt x="5371" y="10502"/>
                  </a:lnTo>
                  <a:lnTo>
                    <a:pt x="5371" y="7418"/>
                  </a:lnTo>
                  <a:lnTo>
                    <a:pt x="7728" y="7418"/>
                  </a:lnTo>
                  <a:cubicBezTo>
                    <a:pt x="7811" y="7418"/>
                    <a:pt x="7907" y="7347"/>
                    <a:pt x="7907" y="7240"/>
                  </a:cubicBezTo>
                  <a:lnTo>
                    <a:pt x="7907" y="5656"/>
                  </a:lnTo>
                  <a:cubicBezTo>
                    <a:pt x="7907" y="5561"/>
                    <a:pt x="7823" y="5478"/>
                    <a:pt x="7728" y="5478"/>
                  </a:cubicBezTo>
                  <a:lnTo>
                    <a:pt x="6728" y="5478"/>
                  </a:lnTo>
                  <a:cubicBezTo>
                    <a:pt x="6633" y="5478"/>
                    <a:pt x="6549" y="5549"/>
                    <a:pt x="6549" y="5656"/>
                  </a:cubicBezTo>
                  <a:cubicBezTo>
                    <a:pt x="6549" y="5740"/>
                    <a:pt x="6621" y="5835"/>
                    <a:pt x="6728" y="5835"/>
                  </a:cubicBezTo>
                  <a:lnTo>
                    <a:pt x="7561" y="5835"/>
                  </a:lnTo>
                  <a:lnTo>
                    <a:pt x="7561" y="7097"/>
                  </a:lnTo>
                  <a:lnTo>
                    <a:pt x="5204" y="7097"/>
                  </a:lnTo>
                  <a:cubicBezTo>
                    <a:pt x="5121" y="7097"/>
                    <a:pt x="5025" y="7168"/>
                    <a:pt x="5025" y="7275"/>
                  </a:cubicBezTo>
                  <a:lnTo>
                    <a:pt x="5025" y="10693"/>
                  </a:lnTo>
                  <a:cubicBezTo>
                    <a:pt x="5025" y="10788"/>
                    <a:pt x="5109" y="10859"/>
                    <a:pt x="5192" y="10871"/>
                  </a:cubicBezTo>
                  <a:lnTo>
                    <a:pt x="5430" y="10871"/>
                  </a:lnTo>
                  <a:cubicBezTo>
                    <a:pt x="6871" y="10871"/>
                    <a:pt x="8240" y="10312"/>
                    <a:pt x="9276" y="9288"/>
                  </a:cubicBezTo>
                  <a:cubicBezTo>
                    <a:pt x="10300" y="8252"/>
                    <a:pt x="10859" y="6883"/>
                    <a:pt x="10859" y="5442"/>
                  </a:cubicBezTo>
                  <a:cubicBezTo>
                    <a:pt x="10859" y="3989"/>
                    <a:pt x="10300" y="2620"/>
                    <a:pt x="9276" y="1584"/>
                  </a:cubicBezTo>
                  <a:cubicBezTo>
                    <a:pt x="8240" y="560"/>
                    <a:pt x="6871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65" name="Google Shape;1265;p71"/>
            <p:cNvGrpSpPr/>
            <p:nvPr/>
          </p:nvGrpSpPr>
          <p:grpSpPr>
            <a:xfrm>
              <a:off x="4174641" y="3390646"/>
              <a:ext cx="346056" cy="345674"/>
              <a:chOff x="3303268" y="3817349"/>
              <a:chExt cx="346056" cy="345674"/>
            </a:xfrm>
          </p:grpSpPr>
          <p:sp>
            <p:nvSpPr>
              <p:cNvPr id="1266" name="Google Shape;1266;p71"/>
              <p:cNvSpPr/>
              <p:nvPr/>
            </p:nvSpPr>
            <p:spPr>
              <a:xfrm>
                <a:off x="3303268" y="3817349"/>
                <a:ext cx="346056" cy="345674"/>
              </a:xfrm>
              <a:custGeom>
                <a:avLst/>
                <a:gdLst/>
                <a:ahLst/>
                <a:cxnLst/>
                <a:rect l="l" t="t" r="r" b="b"/>
                <a:pathLst>
                  <a:path w="10872" h="10860" extrusionOk="0">
                    <a:moveTo>
                      <a:pt x="5418" y="334"/>
                    </a:moveTo>
                    <a:cubicBezTo>
                      <a:pt x="8228" y="334"/>
                      <a:pt x="10514" y="2608"/>
                      <a:pt x="10514" y="5430"/>
                    </a:cubicBezTo>
                    <a:cubicBezTo>
                      <a:pt x="10514" y="8240"/>
                      <a:pt x="8228" y="10514"/>
                      <a:pt x="5418" y="10514"/>
                    </a:cubicBezTo>
                    <a:cubicBezTo>
                      <a:pt x="2608" y="10514"/>
                      <a:pt x="334" y="8240"/>
                      <a:pt x="334" y="5430"/>
                    </a:cubicBezTo>
                    <a:cubicBezTo>
                      <a:pt x="334" y="2608"/>
                      <a:pt x="2608" y="334"/>
                      <a:pt x="5418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3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3" y="1"/>
                      <a:pt x="5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71"/>
              <p:cNvSpPr/>
              <p:nvPr/>
            </p:nvSpPr>
            <p:spPr>
              <a:xfrm>
                <a:off x="3368074" y="3882537"/>
                <a:ext cx="215298" cy="215298"/>
              </a:xfrm>
              <a:custGeom>
                <a:avLst/>
                <a:gdLst/>
                <a:ahLst/>
                <a:cxnLst/>
                <a:rect l="l" t="t" r="r" b="b"/>
                <a:pathLst>
                  <a:path w="6764" h="6764" extrusionOk="0">
                    <a:moveTo>
                      <a:pt x="5335" y="346"/>
                    </a:moveTo>
                    <a:cubicBezTo>
                      <a:pt x="5930" y="346"/>
                      <a:pt x="6418" y="834"/>
                      <a:pt x="6418" y="1429"/>
                    </a:cubicBezTo>
                    <a:lnTo>
                      <a:pt x="6418" y="5335"/>
                    </a:lnTo>
                    <a:cubicBezTo>
                      <a:pt x="6418" y="5930"/>
                      <a:pt x="5930" y="6418"/>
                      <a:pt x="5335" y="6418"/>
                    </a:cubicBezTo>
                    <a:lnTo>
                      <a:pt x="1429" y="6418"/>
                    </a:lnTo>
                    <a:cubicBezTo>
                      <a:pt x="834" y="6418"/>
                      <a:pt x="346" y="5930"/>
                      <a:pt x="346" y="5335"/>
                    </a:cubicBezTo>
                    <a:lnTo>
                      <a:pt x="346" y="1429"/>
                    </a:lnTo>
                    <a:cubicBezTo>
                      <a:pt x="346" y="834"/>
                      <a:pt x="834" y="346"/>
                      <a:pt x="1429" y="346"/>
                    </a:cubicBezTo>
                    <a:close/>
                    <a:moveTo>
                      <a:pt x="1429" y="1"/>
                    </a:moveTo>
                    <a:cubicBezTo>
                      <a:pt x="644" y="1"/>
                      <a:pt x="1" y="644"/>
                      <a:pt x="1" y="1429"/>
                    </a:cubicBezTo>
                    <a:lnTo>
                      <a:pt x="1" y="5335"/>
                    </a:lnTo>
                    <a:cubicBezTo>
                      <a:pt x="1" y="6120"/>
                      <a:pt x="644" y="6763"/>
                      <a:pt x="1429" y="6763"/>
                    </a:cubicBezTo>
                    <a:lnTo>
                      <a:pt x="5335" y="6763"/>
                    </a:lnTo>
                    <a:cubicBezTo>
                      <a:pt x="6121" y="6763"/>
                      <a:pt x="6763" y="6120"/>
                      <a:pt x="6763" y="5335"/>
                    </a:cubicBezTo>
                    <a:lnTo>
                      <a:pt x="6763" y="1429"/>
                    </a:lnTo>
                    <a:cubicBezTo>
                      <a:pt x="6763" y="644"/>
                      <a:pt x="6121" y="1"/>
                      <a:pt x="5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71">
                <a:hlinkClick r:id="rId5"/>
              </p:cNvPr>
              <p:cNvSpPr/>
              <p:nvPr/>
            </p:nvSpPr>
            <p:spPr>
              <a:xfrm>
                <a:off x="3418143" y="3933656"/>
                <a:ext cx="114811" cy="112742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3542" extrusionOk="0">
                    <a:moveTo>
                      <a:pt x="1822" y="0"/>
                    </a:moveTo>
                    <a:cubicBezTo>
                      <a:pt x="812" y="0"/>
                      <a:pt x="1" y="851"/>
                      <a:pt x="59" y="1859"/>
                    </a:cubicBezTo>
                    <a:cubicBezTo>
                      <a:pt x="95" y="2776"/>
                      <a:pt x="833" y="3502"/>
                      <a:pt x="1726" y="3538"/>
                    </a:cubicBezTo>
                    <a:cubicBezTo>
                      <a:pt x="1764" y="3541"/>
                      <a:pt x="1802" y="3542"/>
                      <a:pt x="1840" y="3542"/>
                    </a:cubicBezTo>
                    <a:cubicBezTo>
                      <a:pt x="2178" y="3542"/>
                      <a:pt x="2494" y="3447"/>
                      <a:pt x="2762" y="3276"/>
                    </a:cubicBezTo>
                    <a:cubicBezTo>
                      <a:pt x="2857" y="3217"/>
                      <a:pt x="2869" y="3086"/>
                      <a:pt x="2797" y="3014"/>
                    </a:cubicBezTo>
                    <a:cubicBezTo>
                      <a:pt x="2761" y="2978"/>
                      <a:pt x="2711" y="2964"/>
                      <a:pt x="2664" y="2964"/>
                    </a:cubicBezTo>
                    <a:cubicBezTo>
                      <a:pt x="2634" y="2964"/>
                      <a:pt x="2606" y="2969"/>
                      <a:pt x="2583" y="2979"/>
                    </a:cubicBezTo>
                    <a:cubicBezTo>
                      <a:pt x="2380" y="3096"/>
                      <a:pt x="2149" y="3185"/>
                      <a:pt x="1897" y="3185"/>
                    </a:cubicBezTo>
                    <a:cubicBezTo>
                      <a:pt x="1868" y="3185"/>
                      <a:pt x="1839" y="3183"/>
                      <a:pt x="1809" y="3181"/>
                    </a:cubicBezTo>
                    <a:cubicBezTo>
                      <a:pt x="1023" y="3169"/>
                      <a:pt x="380" y="2514"/>
                      <a:pt x="392" y="1716"/>
                    </a:cubicBezTo>
                    <a:cubicBezTo>
                      <a:pt x="426" y="948"/>
                      <a:pt x="1028" y="330"/>
                      <a:pt x="1792" y="330"/>
                    </a:cubicBezTo>
                    <a:cubicBezTo>
                      <a:pt x="1833" y="330"/>
                      <a:pt x="1874" y="332"/>
                      <a:pt x="1916" y="335"/>
                    </a:cubicBezTo>
                    <a:cubicBezTo>
                      <a:pt x="2619" y="371"/>
                      <a:pt x="3190" y="943"/>
                      <a:pt x="3250" y="1633"/>
                    </a:cubicBezTo>
                    <a:cubicBezTo>
                      <a:pt x="3285" y="1919"/>
                      <a:pt x="3214" y="2193"/>
                      <a:pt x="3095" y="2431"/>
                    </a:cubicBezTo>
                    <a:cubicBezTo>
                      <a:pt x="3059" y="2490"/>
                      <a:pt x="3059" y="2574"/>
                      <a:pt x="3119" y="2633"/>
                    </a:cubicBezTo>
                    <a:cubicBezTo>
                      <a:pt x="3149" y="2663"/>
                      <a:pt x="3191" y="2678"/>
                      <a:pt x="3234" y="2678"/>
                    </a:cubicBezTo>
                    <a:cubicBezTo>
                      <a:pt x="3295" y="2678"/>
                      <a:pt x="3358" y="2648"/>
                      <a:pt x="3393" y="2586"/>
                    </a:cubicBezTo>
                    <a:cubicBezTo>
                      <a:pt x="3536" y="2324"/>
                      <a:pt x="3607" y="2014"/>
                      <a:pt x="3583" y="1669"/>
                    </a:cubicBezTo>
                    <a:cubicBezTo>
                      <a:pt x="3536" y="764"/>
                      <a:pt x="2797" y="50"/>
                      <a:pt x="1904" y="2"/>
                    </a:cubicBezTo>
                    <a:cubicBezTo>
                      <a:pt x="1877" y="1"/>
                      <a:pt x="1849" y="0"/>
                      <a:pt x="18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69" name="Google Shape;1269;p71"/>
              <p:cNvSpPr/>
              <p:nvPr/>
            </p:nvSpPr>
            <p:spPr>
              <a:xfrm>
                <a:off x="3519298" y="3910197"/>
                <a:ext cx="29570" cy="29220"/>
              </a:xfrm>
              <a:custGeom>
                <a:avLst/>
                <a:gdLst/>
                <a:ahLst/>
                <a:cxnLst/>
                <a:rect l="l" t="t" r="r" b="b"/>
                <a:pathLst>
                  <a:path w="929" h="918" extrusionOk="0">
                    <a:moveTo>
                      <a:pt x="465" y="1"/>
                    </a:moveTo>
                    <a:cubicBezTo>
                      <a:pt x="203" y="1"/>
                      <a:pt x="0" y="203"/>
                      <a:pt x="0" y="453"/>
                    </a:cubicBezTo>
                    <a:cubicBezTo>
                      <a:pt x="0" y="715"/>
                      <a:pt x="203" y="918"/>
                      <a:pt x="465" y="918"/>
                    </a:cubicBezTo>
                    <a:cubicBezTo>
                      <a:pt x="715" y="918"/>
                      <a:pt x="929" y="715"/>
                      <a:pt x="929" y="453"/>
                    </a:cubicBezTo>
                    <a:cubicBezTo>
                      <a:pt x="929" y="203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70" name="Google Shape;1270;p71"/>
            <p:cNvGrpSpPr/>
            <p:nvPr/>
          </p:nvGrpSpPr>
          <p:grpSpPr>
            <a:xfrm>
              <a:off x="4623731" y="3390646"/>
              <a:ext cx="346056" cy="345674"/>
              <a:chOff x="3752358" y="3817349"/>
              <a:chExt cx="346056" cy="345674"/>
            </a:xfrm>
          </p:grpSpPr>
          <p:sp>
            <p:nvSpPr>
              <p:cNvPr id="1271" name="Google Shape;1271;p71"/>
              <p:cNvSpPr/>
              <p:nvPr/>
            </p:nvSpPr>
            <p:spPr>
              <a:xfrm>
                <a:off x="3752358" y="3817349"/>
                <a:ext cx="346056" cy="345674"/>
              </a:xfrm>
              <a:custGeom>
                <a:avLst/>
                <a:gdLst/>
                <a:ahLst/>
                <a:cxnLst/>
                <a:rect l="l" t="t" r="r" b="b"/>
                <a:pathLst>
                  <a:path w="10872" h="10860" extrusionOk="0">
                    <a:moveTo>
                      <a:pt x="5430" y="334"/>
                    </a:moveTo>
                    <a:cubicBezTo>
                      <a:pt x="8252" y="334"/>
                      <a:pt x="10526" y="2608"/>
                      <a:pt x="10526" y="5430"/>
                    </a:cubicBezTo>
                    <a:cubicBezTo>
                      <a:pt x="10526" y="8240"/>
                      <a:pt x="8228" y="10514"/>
                      <a:pt x="5430" y="10514"/>
                    </a:cubicBezTo>
                    <a:cubicBezTo>
                      <a:pt x="2620" y="10514"/>
                      <a:pt x="346" y="8240"/>
                      <a:pt x="346" y="5430"/>
                    </a:cubicBezTo>
                    <a:cubicBezTo>
                      <a:pt x="346" y="2608"/>
                      <a:pt x="2620" y="334"/>
                      <a:pt x="5430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2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2" y="1"/>
                      <a:pt x="5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71"/>
              <p:cNvSpPr/>
              <p:nvPr/>
            </p:nvSpPr>
            <p:spPr>
              <a:xfrm>
                <a:off x="3831933" y="3955682"/>
                <a:ext cx="47809" cy="120540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3787" extrusionOk="0">
                    <a:moveTo>
                      <a:pt x="1168" y="346"/>
                    </a:moveTo>
                    <a:lnTo>
                      <a:pt x="1168" y="3430"/>
                    </a:lnTo>
                    <a:lnTo>
                      <a:pt x="358" y="3430"/>
                    </a:lnTo>
                    <a:lnTo>
                      <a:pt x="358" y="346"/>
                    </a:lnTo>
                    <a:close/>
                    <a:moveTo>
                      <a:pt x="180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72" y="3787"/>
                      <a:pt x="180" y="3787"/>
                    </a:cubicBezTo>
                    <a:lnTo>
                      <a:pt x="1323" y="3787"/>
                    </a:lnTo>
                    <a:cubicBezTo>
                      <a:pt x="1418" y="3787"/>
                      <a:pt x="1501" y="3715"/>
                      <a:pt x="1501" y="3608"/>
                    </a:cubicBezTo>
                    <a:lnTo>
                      <a:pt x="1501" y="179"/>
                    </a:lnTo>
                    <a:cubicBezTo>
                      <a:pt x="1501" y="72"/>
                      <a:pt x="1430" y="1"/>
                      <a:pt x="13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71"/>
              <p:cNvSpPr/>
              <p:nvPr/>
            </p:nvSpPr>
            <p:spPr>
              <a:xfrm>
                <a:off x="3824739" y="3890112"/>
                <a:ext cx="55002" cy="55002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1728" extrusionOk="0">
                    <a:moveTo>
                      <a:pt x="870" y="334"/>
                    </a:moveTo>
                    <a:cubicBezTo>
                      <a:pt x="1156" y="334"/>
                      <a:pt x="1394" y="572"/>
                      <a:pt x="1394" y="846"/>
                    </a:cubicBezTo>
                    <a:cubicBezTo>
                      <a:pt x="1394" y="1132"/>
                      <a:pt x="1156" y="1370"/>
                      <a:pt x="870" y="1370"/>
                    </a:cubicBezTo>
                    <a:cubicBezTo>
                      <a:pt x="584" y="1370"/>
                      <a:pt x="346" y="1132"/>
                      <a:pt x="346" y="846"/>
                    </a:cubicBezTo>
                    <a:cubicBezTo>
                      <a:pt x="346" y="572"/>
                      <a:pt x="584" y="334"/>
                      <a:pt x="870" y="334"/>
                    </a:cubicBezTo>
                    <a:close/>
                    <a:moveTo>
                      <a:pt x="870" y="1"/>
                    </a:moveTo>
                    <a:cubicBezTo>
                      <a:pt x="394" y="1"/>
                      <a:pt x="1" y="394"/>
                      <a:pt x="1" y="870"/>
                    </a:cubicBezTo>
                    <a:cubicBezTo>
                      <a:pt x="1" y="1346"/>
                      <a:pt x="394" y="1727"/>
                      <a:pt x="870" y="1727"/>
                    </a:cubicBezTo>
                    <a:cubicBezTo>
                      <a:pt x="1346" y="1727"/>
                      <a:pt x="1727" y="1334"/>
                      <a:pt x="1727" y="870"/>
                    </a:cubicBezTo>
                    <a:cubicBezTo>
                      <a:pt x="1727" y="394"/>
                      <a:pt x="1346" y="1"/>
                      <a:pt x="8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71">
                <a:hlinkClick r:id="rId6"/>
              </p:cNvPr>
              <p:cNvSpPr/>
              <p:nvPr/>
            </p:nvSpPr>
            <p:spPr>
              <a:xfrm>
                <a:off x="3904696" y="3955682"/>
                <a:ext cx="128148" cy="120540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3787" extrusionOk="0">
                    <a:moveTo>
                      <a:pt x="191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84" y="3787"/>
                      <a:pt x="191" y="3787"/>
                    </a:cubicBezTo>
                    <a:lnTo>
                      <a:pt x="1334" y="3787"/>
                    </a:lnTo>
                    <a:cubicBezTo>
                      <a:pt x="1418" y="3787"/>
                      <a:pt x="1513" y="3715"/>
                      <a:pt x="1513" y="3608"/>
                    </a:cubicBezTo>
                    <a:lnTo>
                      <a:pt x="1513" y="2382"/>
                    </a:lnTo>
                    <a:cubicBezTo>
                      <a:pt x="1513" y="1977"/>
                      <a:pt x="1596" y="1501"/>
                      <a:pt x="2037" y="1501"/>
                    </a:cubicBezTo>
                    <a:cubicBezTo>
                      <a:pt x="2347" y="1501"/>
                      <a:pt x="2477" y="1763"/>
                      <a:pt x="2525" y="2060"/>
                    </a:cubicBezTo>
                    <a:cubicBezTo>
                      <a:pt x="2537" y="2156"/>
                      <a:pt x="2608" y="2215"/>
                      <a:pt x="2692" y="2215"/>
                    </a:cubicBezTo>
                    <a:cubicBezTo>
                      <a:pt x="2787" y="2215"/>
                      <a:pt x="2870" y="2120"/>
                      <a:pt x="2847" y="2025"/>
                    </a:cubicBezTo>
                    <a:cubicBezTo>
                      <a:pt x="2763" y="1465"/>
                      <a:pt x="2477" y="1155"/>
                      <a:pt x="2013" y="1155"/>
                    </a:cubicBezTo>
                    <a:cubicBezTo>
                      <a:pt x="1465" y="1155"/>
                      <a:pt x="1156" y="1608"/>
                      <a:pt x="1156" y="2382"/>
                    </a:cubicBezTo>
                    <a:lnTo>
                      <a:pt x="1156" y="3430"/>
                    </a:lnTo>
                    <a:lnTo>
                      <a:pt x="346" y="3430"/>
                    </a:lnTo>
                    <a:lnTo>
                      <a:pt x="346" y="358"/>
                    </a:lnTo>
                    <a:lnTo>
                      <a:pt x="918" y="358"/>
                    </a:lnTo>
                    <a:lnTo>
                      <a:pt x="918" y="572"/>
                    </a:lnTo>
                    <a:cubicBezTo>
                      <a:pt x="918" y="632"/>
                      <a:pt x="930" y="679"/>
                      <a:pt x="977" y="715"/>
                    </a:cubicBezTo>
                    <a:cubicBezTo>
                      <a:pt x="1007" y="733"/>
                      <a:pt x="1043" y="742"/>
                      <a:pt x="1078" y="742"/>
                    </a:cubicBezTo>
                    <a:cubicBezTo>
                      <a:pt x="1114" y="742"/>
                      <a:pt x="1150" y="733"/>
                      <a:pt x="1180" y="715"/>
                    </a:cubicBezTo>
                    <a:cubicBezTo>
                      <a:pt x="1477" y="477"/>
                      <a:pt x="1835" y="358"/>
                      <a:pt x="2227" y="358"/>
                    </a:cubicBezTo>
                    <a:cubicBezTo>
                      <a:pt x="3204" y="358"/>
                      <a:pt x="3656" y="1191"/>
                      <a:pt x="3656" y="2001"/>
                    </a:cubicBezTo>
                    <a:lnTo>
                      <a:pt x="3656" y="3430"/>
                    </a:lnTo>
                    <a:lnTo>
                      <a:pt x="2847" y="3430"/>
                    </a:lnTo>
                    <a:lnTo>
                      <a:pt x="2847" y="2870"/>
                    </a:lnTo>
                    <a:cubicBezTo>
                      <a:pt x="2847" y="2775"/>
                      <a:pt x="2775" y="2703"/>
                      <a:pt x="2692" y="2703"/>
                    </a:cubicBezTo>
                    <a:cubicBezTo>
                      <a:pt x="2597" y="2703"/>
                      <a:pt x="2525" y="2775"/>
                      <a:pt x="2525" y="2870"/>
                    </a:cubicBezTo>
                    <a:lnTo>
                      <a:pt x="2525" y="3596"/>
                    </a:lnTo>
                    <a:cubicBezTo>
                      <a:pt x="2525" y="3691"/>
                      <a:pt x="2597" y="3775"/>
                      <a:pt x="2704" y="3775"/>
                    </a:cubicBezTo>
                    <a:lnTo>
                      <a:pt x="3847" y="3775"/>
                    </a:lnTo>
                    <a:cubicBezTo>
                      <a:pt x="3942" y="3775"/>
                      <a:pt x="4025" y="3703"/>
                      <a:pt x="4025" y="3596"/>
                    </a:cubicBezTo>
                    <a:lnTo>
                      <a:pt x="4025" y="1989"/>
                    </a:lnTo>
                    <a:cubicBezTo>
                      <a:pt x="4025" y="810"/>
                      <a:pt x="3299" y="1"/>
                      <a:pt x="2239" y="1"/>
                    </a:cubicBezTo>
                    <a:cubicBezTo>
                      <a:pt x="1894" y="1"/>
                      <a:pt x="1573" y="84"/>
                      <a:pt x="1275" y="251"/>
                    </a:cubicBezTo>
                    <a:lnTo>
                      <a:pt x="1275" y="179"/>
                    </a:lnTo>
                    <a:cubicBezTo>
                      <a:pt x="1275" y="84"/>
                      <a:pt x="1204" y="1"/>
                      <a:pt x="10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278" name="Google Shape;1278;p71"/>
          <p:cNvCxnSpPr/>
          <p:nvPr/>
        </p:nvCxnSpPr>
        <p:spPr>
          <a:xfrm>
            <a:off x="239250" y="4236184"/>
            <a:ext cx="866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Job Application by Slidesgo">
  <a:themeElements>
    <a:clrScheme name="自訂 16">
      <a:dk1>
        <a:sysClr val="windowText" lastClr="000000"/>
      </a:dk1>
      <a:lt1>
        <a:sysClr val="window" lastClr="FFFFFF"/>
      </a:lt1>
      <a:dk2>
        <a:srgbClr val="438AD7"/>
      </a:dk2>
      <a:lt2>
        <a:srgbClr val="009DD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73763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1481</TotalTime>
  <Words>203</Words>
  <Application>Microsoft Office PowerPoint</Application>
  <PresentationFormat>如螢幕大小 (16:9)</PresentationFormat>
  <Paragraphs>34</Paragraphs>
  <Slides>7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21" baseType="lpstr">
      <vt:lpstr>Noto Sans</vt:lpstr>
      <vt:lpstr>Fredoka One</vt:lpstr>
      <vt:lpstr>新細明體</vt:lpstr>
      <vt:lpstr>Alexandria</vt:lpstr>
      <vt:lpstr>Times New Roman</vt:lpstr>
      <vt:lpstr>Noto Sans Medium</vt:lpstr>
      <vt:lpstr>Arial</vt:lpstr>
      <vt:lpstr>Palanquin Dark</vt:lpstr>
      <vt:lpstr>Wingdings</vt:lpstr>
      <vt:lpstr>Nunito Light</vt:lpstr>
      <vt:lpstr>GenSenRounded JP M</vt:lpstr>
      <vt:lpstr>源泉圓體 M</vt:lpstr>
      <vt:lpstr>Varela</vt:lpstr>
      <vt:lpstr>Job Application by Slidesgo</vt:lpstr>
      <vt:lpstr>PowerPoint 簡報</vt:lpstr>
      <vt:lpstr>Kubernetes（K8S）</vt:lpstr>
      <vt:lpstr>K8S 4 Components</vt:lpstr>
      <vt:lpstr>K8s  Install</vt:lpstr>
      <vt:lpstr>K8s  安裝步驟</vt:lpstr>
      <vt:lpstr>PowerPoint 簡報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Sun-Jie Zhang</cp:lastModifiedBy>
  <cp:revision>62</cp:revision>
  <dcterms:modified xsi:type="dcterms:W3CDTF">2023-09-03T05:28:35Z</dcterms:modified>
</cp:coreProperties>
</file>